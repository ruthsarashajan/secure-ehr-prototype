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65" r:id="rId2"/>
    <p:sldId id="310" r:id="rId3"/>
    <p:sldId id="320" r:id="rId4"/>
    <p:sldId id="315" r:id="rId5"/>
    <p:sldId id="311" r:id="rId6"/>
    <p:sldId id="316" r:id="rId7"/>
    <p:sldId id="321" r:id="rId8"/>
    <p:sldId id="322" r:id="rId9"/>
    <p:sldId id="323" r:id="rId10"/>
    <p:sldId id="324" r:id="rId11"/>
    <p:sldId id="325" r:id="rId12"/>
  </p:sldIdLst>
  <p:sldSz cx="12188825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8B5880-E980-473C-BC65-BC4EE48F0A73}" v="297" dt="2026-08-21T02:15:45.2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754" autoAdjust="0"/>
    <p:restoredTop sz="94629" autoAdjust="0"/>
  </p:normalViewPr>
  <p:slideViewPr>
    <p:cSldViewPr showGuides="1">
      <p:cViewPr varScale="1">
        <p:scale>
          <a:sx n="95" d="100"/>
          <a:sy n="95" d="100"/>
        </p:scale>
        <p:origin x="677" y="72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th Sara" userId="ecd53b4e9966654c" providerId="LiveId" clId="{CFC4D035-D2DF-402C-97C6-409C173B55E3}"/>
    <pc:docChg chg="undo redo custSel addSld delSld modSld sldOrd">
      <pc:chgData name="Ruth Sara" userId="ecd53b4e9966654c" providerId="LiveId" clId="{CFC4D035-D2DF-402C-97C6-409C173B55E3}" dt="2026-08-21T02:19:41.677" v="6885" actId="113"/>
      <pc:docMkLst>
        <pc:docMk/>
      </pc:docMkLst>
      <pc:sldChg chg="modSp mod">
        <pc:chgData name="Ruth Sara" userId="ecd53b4e9966654c" providerId="LiveId" clId="{CFC4D035-D2DF-402C-97C6-409C173B55E3}" dt="2026-08-20T21:11:36.983" v="1164" actId="790"/>
        <pc:sldMkLst>
          <pc:docMk/>
          <pc:sldMk cId="2808920126" sldId="265"/>
        </pc:sldMkLst>
        <pc:spChg chg="mod">
          <ac:chgData name="Ruth Sara" userId="ecd53b4e9966654c" providerId="LiveId" clId="{CFC4D035-D2DF-402C-97C6-409C173B55E3}" dt="2026-08-20T21:11:36.983" v="1164" actId="790"/>
          <ac:spMkLst>
            <pc:docMk/>
            <pc:sldMk cId="2808920126" sldId="265"/>
            <ac:spMk id="3" creationId="{00000000-0000-0000-0000-000000000000}"/>
          </ac:spMkLst>
        </pc:spChg>
        <pc:spChg chg="mod">
          <ac:chgData name="Ruth Sara" userId="ecd53b4e9966654c" providerId="LiveId" clId="{CFC4D035-D2DF-402C-97C6-409C173B55E3}" dt="2026-08-20T21:11:36.983" v="1164" actId="790"/>
          <ac:spMkLst>
            <pc:docMk/>
            <pc:sldMk cId="2808920126" sldId="265"/>
            <ac:spMk id="4" creationId="{00000000-0000-0000-0000-000000000000}"/>
          </ac:spMkLst>
        </pc:spChg>
      </pc:sldChg>
      <pc:sldChg chg="addSp delSp modSp mod">
        <pc:chgData name="Ruth Sara" userId="ecd53b4e9966654c" providerId="LiveId" clId="{CFC4D035-D2DF-402C-97C6-409C173B55E3}" dt="2026-08-20T21:39:53.418" v="2685" actId="1076"/>
        <pc:sldMkLst>
          <pc:docMk/>
          <pc:sldMk cId="2139132589" sldId="310"/>
        </pc:sldMkLst>
        <pc:spChg chg="mod">
          <ac:chgData name="Ruth Sara" userId="ecd53b4e9966654c" providerId="LiveId" clId="{CFC4D035-D2DF-402C-97C6-409C173B55E3}" dt="2026-08-20T21:39:53.418" v="2685" actId="1076"/>
          <ac:spMkLst>
            <pc:docMk/>
            <pc:sldMk cId="2139132589" sldId="310"/>
            <ac:spMk id="13" creationId="{00000000-0000-0000-0000-000000000000}"/>
          </ac:spMkLst>
        </pc:spChg>
        <pc:spChg chg="mod">
          <ac:chgData name="Ruth Sara" userId="ecd53b4e9966654c" providerId="LiveId" clId="{CFC4D035-D2DF-402C-97C6-409C173B55E3}" dt="2026-08-20T21:14:25.036" v="1388" actId="20577"/>
          <ac:spMkLst>
            <pc:docMk/>
            <pc:sldMk cId="2139132589" sldId="310"/>
            <ac:spMk id="14" creationId="{00000000-0000-0000-0000-000000000000}"/>
          </ac:spMkLst>
        </pc:spChg>
        <pc:picChg chg="add del">
          <ac:chgData name="Ruth Sara" userId="ecd53b4e9966654c" providerId="LiveId" clId="{CFC4D035-D2DF-402C-97C6-409C173B55E3}" dt="2026-08-20T20:56:59.069" v="115" actId="22"/>
          <ac:picMkLst>
            <pc:docMk/>
            <pc:sldMk cId="2139132589" sldId="310"/>
            <ac:picMk id="3" creationId="{53E4BFF2-A4E2-93D0-21BE-924A5755756D}"/>
          </ac:picMkLst>
        </pc:picChg>
      </pc:sldChg>
      <pc:sldChg chg="addSp delSp modSp mod">
        <pc:chgData name="Ruth Sara" userId="ecd53b4e9966654c" providerId="LiveId" clId="{CFC4D035-D2DF-402C-97C6-409C173B55E3}" dt="2026-08-20T23:30:24.230" v="4778" actId="208"/>
        <pc:sldMkLst>
          <pc:docMk/>
          <pc:sldMk cId="3106206852" sldId="311"/>
        </pc:sldMkLst>
        <pc:spChg chg="add del mod">
          <ac:chgData name="Ruth Sara" userId="ecd53b4e9966654c" providerId="LiveId" clId="{CFC4D035-D2DF-402C-97C6-409C173B55E3}" dt="2026-08-20T23:04:58.013" v="3566" actId="1032"/>
          <ac:spMkLst>
            <pc:docMk/>
            <pc:sldMk cId="3106206852" sldId="311"/>
            <ac:spMk id="3" creationId="{D37E6E8B-0C0C-870E-4560-403A315DB525}"/>
          </ac:spMkLst>
        </pc:spChg>
        <pc:spChg chg="add del mod">
          <ac:chgData name="Ruth Sara" userId="ecd53b4e9966654c" providerId="LiveId" clId="{CFC4D035-D2DF-402C-97C6-409C173B55E3}" dt="2026-08-20T23:09:29.048" v="4108"/>
          <ac:spMkLst>
            <pc:docMk/>
            <pc:sldMk cId="3106206852" sldId="311"/>
            <ac:spMk id="5" creationId="{E715A4C5-6A27-D72F-FA1E-606F4E2AA604}"/>
          </ac:spMkLst>
        </pc:spChg>
        <pc:spChg chg="add mod">
          <ac:chgData name="Ruth Sara" userId="ecd53b4e9966654c" providerId="LiveId" clId="{CFC4D035-D2DF-402C-97C6-409C173B55E3}" dt="2026-08-20T23:25:09.021" v="4717" actId="403"/>
          <ac:spMkLst>
            <pc:docMk/>
            <pc:sldMk cId="3106206852" sldId="311"/>
            <ac:spMk id="7" creationId="{E648834C-1466-BD10-9D6A-53D86EE8F7E0}"/>
          </ac:spMkLst>
        </pc:spChg>
        <pc:spChg chg="mod">
          <ac:chgData name="Ruth Sara" userId="ecd53b4e9966654c" providerId="LiveId" clId="{CFC4D035-D2DF-402C-97C6-409C173B55E3}" dt="2026-08-20T23:11:29.335" v="4333" actId="1076"/>
          <ac:spMkLst>
            <pc:docMk/>
            <pc:sldMk cId="3106206852" sldId="311"/>
            <ac:spMk id="13" creationId="{00000000-0000-0000-0000-000000000000}"/>
          </ac:spMkLst>
        </pc:spChg>
        <pc:graphicFrameChg chg="add mod modGraphic">
          <ac:chgData name="Ruth Sara" userId="ecd53b4e9966654c" providerId="LiveId" clId="{CFC4D035-D2DF-402C-97C6-409C173B55E3}" dt="2026-08-20T23:30:24.230" v="4778" actId="208"/>
          <ac:graphicFrameMkLst>
            <pc:docMk/>
            <pc:sldMk cId="3106206852" sldId="311"/>
            <ac:graphicFrameMk id="4" creationId="{4A046318-6AD3-DF13-5328-5E1F3A754E25}"/>
          </ac:graphicFrameMkLst>
        </pc:graphicFrameChg>
        <pc:graphicFrameChg chg="del">
          <ac:chgData name="Ruth Sara" userId="ecd53b4e9966654c" providerId="LiveId" clId="{CFC4D035-D2DF-402C-97C6-409C173B55E3}" dt="2026-08-20T23:04:22.120" v="3565" actId="478"/>
          <ac:graphicFrameMkLst>
            <pc:docMk/>
            <pc:sldMk cId="3106206852" sldId="311"/>
            <ac:graphicFrameMk id="6" creationId="{00000000-0000-0000-0000-000000000000}"/>
          </ac:graphicFrameMkLst>
        </pc:graphicFrameChg>
      </pc:sldChg>
      <pc:sldChg chg="modSp del mod">
        <pc:chgData name="Ruth Sara" userId="ecd53b4e9966654c" providerId="LiveId" clId="{CFC4D035-D2DF-402C-97C6-409C173B55E3}" dt="2026-08-21T02:18:52.396" v="6862" actId="47"/>
        <pc:sldMkLst>
          <pc:docMk/>
          <pc:sldMk cId="462238070" sldId="312"/>
        </pc:sldMkLst>
        <pc:spChg chg="mod">
          <ac:chgData name="Ruth Sara" userId="ecd53b4e9966654c" providerId="LiveId" clId="{CFC4D035-D2DF-402C-97C6-409C173B55E3}" dt="2026-08-20T21:11:36.983" v="1164" actId="790"/>
          <ac:spMkLst>
            <pc:docMk/>
            <pc:sldMk cId="462238070" sldId="312"/>
            <ac:spMk id="13" creationId="{00000000-0000-0000-0000-000000000000}"/>
          </ac:spMkLst>
        </pc:spChg>
        <pc:graphicFrameChg chg="modGraphic">
          <ac:chgData name="Ruth Sara" userId="ecd53b4e9966654c" providerId="LiveId" clId="{CFC4D035-D2DF-402C-97C6-409C173B55E3}" dt="2026-08-20T21:11:36.983" v="1164" actId="790"/>
          <ac:graphicFrameMkLst>
            <pc:docMk/>
            <pc:sldMk cId="462238070" sldId="312"/>
            <ac:graphicFrameMk id="3" creationId="{00000000-0000-0000-0000-000000000000}"/>
          </ac:graphicFrameMkLst>
        </pc:graphicFrameChg>
      </pc:sldChg>
      <pc:sldChg chg="modSp del mod">
        <pc:chgData name="Ruth Sara" userId="ecd53b4e9966654c" providerId="LiveId" clId="{CFC4D035-D2DF-402C-97C6-409C173B55E3}" dt="2026-08-21T02:18:50.805" v="6861" actId="2696"/>
        <pc:sldMkLst>
          <pc:docMk/>
          <pc:sldMk cId="4206988261" sldId="313"/>
        </pc:sldMkLst>
        <pc:spChg chg="mod">
          <ac:chgData name="Ruth Sara" userId="ecd53b4e9966654c" providerId="LiveId" clId="{CFC4D035-D2DF-402C-97C6-409C173B55E3}" dt="2026-08-20T21:11:36.983" v="1164" actId="790"/>
          <ac:spMkLst>
            <pc:docMk/>
            <pc:sldMk cId="4206988261" sldId="313"/>
            <ac:spMk id="2" creationId="{00000000-0000-0000-0000-000000000000}"/>
          </ac:spMkLst>
        </pc:spChg>
        <pc:spChg chg="mod">
          <ac:chgData name="Ruth Sara" userId="ecd53b4e9966654c" providerId="LiveId" clId="{CFC4D035-D2DF-402C-97C6-409C173B55E3}" dt="2026-08-20T21:11:36.983" v="1164" actId="790"/>
          <ac:spMkLst>
            <pc:docMk/>
            <pc:sldMk cId="4206988261" sldId="313"/>
            <ac:spMk id="3" creationId="{00000000-0000-0000-0000-000000000000}"/>
          </ac:spMkLst>
        </pc:spChg>
        <pc:graphicFrameChg chg="modGraphic">
          <ac:chgData name="Ruth Sara" userId="ecd53b4e9966654c" providerId="LiveId" clId="{CFC4D035-D2DF-402C-97C6-409C173B55E3}" dt="2026-08-20T21:11:36.983" v="1164" actId="790"/>
          <ac:graphicFrameMkLst>
            <pc:docMk/>
            <pc:sldMk cId="4206988261" sldId="313"/>
            <ac:graphicFrameMk id="9" creationId="{00000000-0000-0000-0000-000000000000}"/>
          </ac:graphicFrameMkLst>
        </pc:graphicFrameChg>
      </pc:sldChg>
      <pc:sldChg chg="modSp del mod">
        <pc:chgData name="Ruth Sara" userId="ecd53b4e9966654c" providerId="LiveId" clId="{CFC4D035-D2DF-402C-97C6-409C173B55E3}" dt="2026-08-21T02:18:53.672" v="6863" actId="47"/>
        <pc:sldMkLst>
          <pc:docMk/>
          <pc:sldMk cId="2478160142" sldId="314"/>
        </pc:sldMkLst>
        <pc:spChg chg="mod">
          <ac:chgData name="Ruth Sara" userId="ecd53b4e9966654c" providerId="LiveId" clId="{CFC4D035-D2DF-402C-97C6-409C173B55E3}" dt="2026-08-20T21:11:36.983" v="1164" actId="790"/>
          <ac:spMkLst>
            <pc:docMk/>
            <pc:sldMk cId="2478160142" sldId="314"/>
            <ac:spMk id="2" creationId="{00000000-0000-0000-0000-000000000000}"/>
          </ac:spMkLst>
        </pc:spChg>
        <pc:spChg chg="mod">
          <ac:chgData name="Ruth Sara" userId="ecd53b4e9966654c" providerId="LiveId" clId="{CFC4D035-D2DF-402C-97C6-409C173B55E3}" dt="2026-08-20T21:11:36.983" v="1164" actId="790"/>
          <ac:spMkLst>
            <pc:docMk/>
            <pc:sldMk cId="2478160142" sldId="314"/>
            <ac:spMk id="3" creationId="{00000000-0000-0000-0000-000000000000}"/>
          </ac:spMkLst>
        </pc:spChg>
      </pc:sldChg>
      <pc:sldChg chg="addSp modSp mod ord">
        <pc:chgData name="Ruth Sara" userId="ecd53b4e9966654c" providerId="LiveId" clId="{CFC4D035-D2DF-402C-97C6-409C173B55E3}" dt="2026-08-20T22:58:51.652" v="3561" actId="255"/>
        <pc:sldMkLst>
          <pc:docMk/>
          <pc:sldMk cId="2681425051" sldId="315"/>
        </pc:sldMkLst>
        <pc:spChg chg="mod">
          <ac:chgData name="Ruth Sara" userId="ecd53b4e9966654c" providerId="LiveId" clId="{CFC4D035-D2DF-402C-97C6-409C173B55E3}" dt="2026-08-20T22:53:13.518" v="3475" actId="1076"/>
          <ac:spMkLst>
            <pc:docMk/>
            <pc:sldMk cId="2681425051" sldId="315"/>
            <ac:spMk id="2" creationId="{00000000-0000-0000-0000-000000000000}"/>
          </ac:spMkLst>
        </pc:spChg>
        <pc:spChg chg="mod">
          <ac:chgData name="Ruth Sara" userId="ecd53b4e9966654c" providerId="LiveId" clId="{CFC4D035-D2DF-402C-97C6-409C173B55E3}" dt="2026-08-20T22:54:55.020" v="3491" actId="14100"/>
          <ac:spMkLst>
            <pc:docMk/>
            <pc:sldMk cId="2681425051" sldId="315"/>
            <ac:spMk id="3" creationId="{00000000-0000-0000-0000-000000000000}"/>
          </ac:spMkLst>
        </pc:spChg>
        <pc:spChg chg="mod">
          <ac:chgData name="Ruth Sara" userId="ecd53b4e9966654c" providerId="LiveId" clId="{CFC4D035-D2DF-402C-97C6-409C173B55E3}" dt="2026-08-20T22:58:40.161" v="3559" actId="255"/>
          <ac:spMkLst>
            <pc:docMk/>
            <pc:sldMk cId="2681425051" sldId="315"/>
            <ac:spMk id="4" creationId="{00000000-0000-0000-0000-000000000000}"/>
          </ac:spMkLst>
        </pc:spChg>
        <pc:spChg chg="mod">
          <ac:chgData name="Ruth Sara" userId="ecd53b4e9966654c" providerId="LiveId" clId="{CFC4D035-D2DF-402C-97C6-409C173B55E3}" dt="2026-08-20T22:55:02.252" v="3493" actId="14100"/>
          <ac:spMkLst>
            <pc:docMk/>
            <pc:sldMk cId="2681425051" sldId="315"/>
            <ac:spMk id="5" creationId="{00000000-0000-0000-0000-000000000000}"/>
          </ac:spMkLst>
        </pc:spChg>
        <pc:spChg chg="mod">
          <ac:chgData name="Ruth Sara" userId="ecd53b4e9966654c" providerId="LiveId" clId="{CFC4D035-D2DF-402C-97C6-409C173B55E3}" dt="2026-08-20T22:58:51.652" v="3561" actId="255"/>
          <ac:spMkLst>
            <pc:docMk/>
            <pc:sldMk cId="2681425051" sldId="315"/>
            <ac:spMk id="6" creationId="{00000000-0000-0000-0000-000000000000}"/>
          </ac:spMkLst>
        </pc:spChg>
        <pc:spChg chg="add mod">
          <ac:chgData name="Ruth Sara" userId="ecd53b4e9966654c" providerId="LiveId" clId="{CFC4D035-D2DF-402C-97C6-409C173B55E3}" dt="2026-08-20T22:52:41.775" v="3468" actId="20577"/>
          <ac:spMkLst>
            <pc:docMk/>
            <pc:sldMk cId="2681425051" sldId="315"/>
            <ac:spMk id="7" creationId="{0F383240-A72B-813D-E8B5-ADCB9C744FAE}"/>
          </ac:spMkLst>
        </pc:spChg>
      </pc:sldChg>
      <pc:sldChg chg="addSp delSp modSp mod ord">
        <pc:chgData name="Ruth Sara" userId="ecd53b4e9966654c" providerId="LiveId" clId="{CFC4D035-D2DF-402C-97C6-409C173B55E3}" dt="2026-08-21T01:01:19.459" v="5206" actId="1582"/>
        <pc:sldMkLst>
          <pc:docMk/>
          <pc:sldMk cId="2590506655" sldId="316"/>
        </pc:sldMkLst>
        <pc:spChg chg="mod">
          <ac:chgData name="Ruth Sara" userId="ecd53b4e9966654c" providerId="LiveId" clId="{CFC4D035-D2DF-402C-97C6-409C173B55E3}" dt="2026-08-20T23:28:51.447" v="4768" actId="1076"/>
          <ac:spMkLst>
            <pc:docMk/>
            <pc:sldMk cId="2590506655" sldId="316"/>
            <ac:spMk id="2" creationId="{00000000-0000-0000-0000-000000000000}"/>
          </ac:spMkLst>
        </pc:spChg>
        <pc:spChg chg="add del mod">
          <ac:chgData name="Ruth Sara" userId="ecd53b4e9966654c" providerId="LiveId" clId="{CFC4D035-D2DF-402C-97C6-409C173B55E3}" dt="2026-08-21T00:47:34.291" v="4880"/>
          <ac:spMkLst>
            <pc:docMk/>
            <pc:sldMk cId="2590506655" sldId="316"/>
            <ac:spMk id="3" creationId="{B34AC686-FE5F-C8ED-6A90-E621374D429A}"/>
          </ac:spMkLst>
        </pc:spChg>
        <pc:spChg chg="add del">
          <ac:chgData name="Ruth Sara" userId="ecd53b4e9966654c" providerId="LiveId" clId="{CFC4D035-D2DF-402C-97C6-409C173B55E3}" dt="2026-08-21T00:15:22.244" v="4846" actId="11529"/>
          <ac:spMkLst>
            <pc:docMk/>
            <pc:sldMk cId="2590506655" sldId="316"/>
            <ac:spMk id="4" creationId="{BBCB0D8E-17C0-FE3E-E36A-C48E1395DCB3}"/>
          </ac:spMkLst>
        </pc:spChg>
        <pc:spChg chg="add del mod">
          <ac:chgData name="Ruth Sara" userId="ecd53b4e9966654c" providerId="LiveId" clId="{CFC4D035-D2DF-402C-97C6-409C173B55E3}" dt="2026-08-21T00:47:34.243" v="4878"/>
          <ac:spMkLst>
            <pc:docMk/>
            <pc:sldMk cId="2590506655" sldId="316"/>
            <ac:spMk id="6" creationId="{4D115080-76EB-B0C7-E960-6B24603BB237}"/>
          </ac:spMkLst>
        </pc:spChg>
        <pc:spChg chg="add mod">
          <ac:chgData name="Ruth Sara" userId="ecd53b4e9966654c" providerId="LiveId" clId="{CFC4D035-D2DF-402C-97C6-409C173B55E3}" dt="2026-08-21T01:00:19.248" v="5196" actId="208"/>
          <ac:spMkLst>
            <pc:docMk/>
            <pc:sldMk cId="2590506655" sldId="316"/>
            <ac:spMk id="10" creationId="{0F650C6D-C84F-C9E2-8F62-9B7F13260AA6}"/>
          </ac:spMkLst>
        </pc:spChg>
        <pc:spChg chg="add mod">
          <ac:chgData name="Ruth Sara" userId="ecd53b4e9966654c" providerId="LiveId" clId="{CFC4D035-D2DF-402C-97C6-409C173B55E3}" dt="2026-08-21T01:00:25.109" v="5197" actId="208"/>
          <ac:spMkLst>
            <pc:docMk/>
            <pc:sldMk cId="2590506655" sldId="316"/>
            <ac:spMk id="11" creationId="{02D74192-1113-25A6-D88D-D8A326C51330}"/>
          </ac:spMkLst>
        </pc:spChg>
        <pc:spChg chg="add mod">
          <ac:chgData name="Ruth Sara" userId="ecd53b4e9966654c" providerId="LiveId" clId="{CFC4D035-D2DF-402C-97C6-409C173B55E3}" dt="2026-08-21T01:00:28.960" v="5198" actId="208"/>
          <ac:spMkLst>
            <pc:docMk/>
            <pc:sldMk cId="2590506655" sldId="316"/>
            <ac:spMk id="12" creationId="{23F723F9-F840-7E0A-811B-A53654315472}"/>
          </ac:spMkLst>
        </pc:spChg>
        <pc:spChg chg="add mod">
          <ac:chgData name="Ruth Sara" userId="ecd53b4e9966654c" providerId="LiveId" clId="{CFC4D035-D2DF-402C-97C6-409C173B55E3}" dt="2026-08-21T01:00:33.230" v="5199" actId="208"/>
          <ac:spMkLst>
            <pc:docMk/>
            <pc:sldMk cId="2590506655" sldId="316"/>
            <ac:spMk id="13" creationId="{A3C132AC-2A63-38ED-39DF-A0AD6841AAEC}"/>
          </ac:spMkLst>
        </pc:spChg>
        <pc:spChg chg="add mod">
          <ac:chgData name="Ruth Sara" userId="ecd53b4e9966654c" providerId="LiveId" clId="{CFC4D035-D2DF-402C-97C6-409C173B55E3}" dt="2026-08-21T01:00:42.946" v="5201" actId="208"/>
          <ac:spMkLst>
            <pc:docMk/>
            <pc:sldMk cId="2590506655" sldId="316"/>
            <ac:spMk id="15" creationId="{C2DB1489-C60A-4561-94C1-7082C5C00930}"/>
          </ac:spMkLst>
        </pc:spChg>
        <pc:spChg chg="add mod">
          <ac:chgData name="Ruth Sara" userId="ecd53b4e9966654c" providerId="LiveId" clId="{CFC4D035-D2DF-402C-97C6-409C173B55E3}" dt="2026-08-21T01:00:37.799" v="5200" actId="208"/>
          <ac:spMkLst>
            <pc:docMk/>
            <pc:sldMk cId="2590506655" sldId="316"/>
            <ac:spMk id="22" creationId="{6F6A93FF-3626-8A6B-EFFD-5689DC8D91AD}"/>
          </ac:spMkLst>
        </pc:spChg>
        <pc:cxnChg chg="add mod">
          <ac:chgData name="Ruth Sara" userId="ecd53b4e9966654c" providerId="LiveId" clId="{CFC4D035-D2DF-402C-97C6-409C173B55E3}" dt="2026-08-21T01:00:50.590" v="5202" actId="208"/>
          <ac:cxnSpMkLst>
            <pc:docMk/>
            <pc:sldMk cId="2590506655" sldId="316"/>
            <ac:cxnSpMk id="7" creationId="{52AC2224-FF09-FDF9-D777-3F4763C84839}"/>
          </ac:cxnSpMkLst>
        </pc:cxnChg>
        <pc:cxnChg chg="add mod">
          <ac:chgData name="Ruth Sara" userId="ecd53b4e9966654c" providerId="LiveId" clId="{CFC4D035-D2DF-402C-97C6-409C173B55E3}" dt="2026-08-21T01:00:58.111" v="5203" actId="208"/>
          <ac:cxnSpMkLst>
            <pc:docMk/>
            <pc:sldMk cId="2590506655" sldId="316"/>
            <ac:cxnSpMk id="8" creationId="{D737E823-56BC-8FD4-3854-1FE58450D5A9}"/>
          </ac:cxnSpMkLst>
        </pc:cxnChg>
        <pc:cxnChg chg="add mod">
          <ac:chgData name="Ruth Sara" userId="ecd53b4e9966654c" providerId="LiveId" clId="{CFC4D035-D2DF-402C-97C6-409C173B55E3}" dt="2026-08-21T01:01:03.291" v="5204" actId="208"/>
          <ac:cxnSpMkLst>
            <pc:docMk/>
            <pc:sldMk cId="2590506655" sldId="316"/>
            <ac:cxnSpMk id="9" creationId="{0D362D3F-AAD6-DCB4-5496-3D3D4100F5CF}"/>
          </ac:cxnSpMkLst>
        </pc:cxnChg>
        <pc:cxnChg chg="add del mod ord">
          <ac:chgData name="Ruth Sara" userId="ecd53b4e9966654c" providerId="LiveId" clId="{CFC4D035-D2DF-402C-97C6-409C173B55E3}" dt="2026-08-21T00:52:23.673" v="5030" actId="478"/>
          <ac:cxnSpMkLst>
            <pc:docMk/>
            <pc:sldMk cId="2590506655" sldId="316"/>
            <ac:cxnSpMk id="14" creationId="{0201865D-55B0-B600-1B88-8CFD786A28D2}"/>
          </ac:cxnSpMkLst>
        </pc:cxnChg>
        <pc:cxnChg chg="add del mod">
          <ac:chgData name="Ruth Sara" userId="ecd53b4e9966654c" providerId="LiveId" clId="{CFC4D035-D2DF-402C-97C6-409C173B55E3}" dt="2026-08-21T00:52:37.559" v="5032" actId="11529"/>
          <ac:cxnSpMkLst>
            <pc:docMk/>
            <pc:sldMk cId="2590506655" sldId="316"/>
            <ac:cxnSpMk id="19" creationId="{60AA7E26-A33B-0CDD-A7F8-0A97013D5640}"/>
          </ac:cxnSpMkLst>
        </pc:cxnChg>
        <pc:cxnChg chg="add mod">
          <ac:chgData name="Ruth Sara" userId="ecd53b4e9966654c" providerId="LiveId" clId="{CFC4D035-D2DF-402C-97C6-409C173B55E3}" dt="2026-08-21T01:01:19.459" v="5206" actId="1582"/>
          <ac:cxnSpMkLst>
            <pc:docMk/>
            <pc:sldMk cId="2590506655" sldId="316"/>
            <ac:cxnSpMk id="21" creationId="{0291E761-0392-0990-B8F4-EE28FCBD154B}"/>
          </ac:cxnSpMkLst>
        </pc:cxnChg>
      </pc:sldChg>
      <pc:sldChg chg="del">
        <pc:chgData name="Ruth Sara" userId="ecd53b4e9966654c" providerId="LiveId" clId="{CFC4D035-D2DF-402C-97C6-409C173B55E3}" dt="2026-08-21T02:18:54.850" v="6864" actId="47"/>
        <pc:sldMkLst>
          <pc:docMk/>
          <pc:sldMk cId="1735722345" sldId="317"/>
        </pc:sldMkLst>
      </pc:sldChg>
      <pc:sldChg chg="modSp del mod">
        <pc:chgData name="Ruth Sara" userId="ecd53b4e9966654c" providerId="LiveId" clId="{CFC4D035-D2DF-402C-97C6-409C173B55E3}" dt="2026-08-21T02:18:46.381" v="6860" actId="2696"/>
        <pc:sldMkLst>
          <pc:docMk/>
          <pc:sldMk cId="2765137111" sldId="318"/>
        </pc:sldMkLst>
        <pc:spChg chg="mod">
          <ac:chgData name="Ruth Sara" userId="ecd53b4e9966654c" providerId="LiveId" clId="{CFC4D035-D2DF-402C-97C6-409C173B55E3}" dt="2026-08-20T21:11:36.983" v="1164" actId="790"/>
          <ac:spMkLst>
            <pc:docMk/>
            <pc:sldMk cId="2765137111" sldId="318"/>
            <ac:spMk id="2" creationId="{00000000-0000-0000-0000-000000000000}"/>
          </ac:spMkLst>
        </pc:spChg>
        <pc:spChg chg="mod">
          <ac:chgData name="Ruth Sara" userId="ecd53b4e9966654c" providerId="LiveId" clId="{CFC4D035-D2DF-402C-97C6-409C173B55E3}" dt="2026-08-20T21:11:36.983" v="1164" actId="790"/>
          <ac:spMkLst>
            <pc:docMk/>
            <pc:sldMk cId="2765137111" sldId="318"/>
            <ac:spMk id="3" creationId="{00000000-0000-0000-0000-000000000000}"/>
          </ac:spMkLst>
        </pc:spChg>
        <pc:spChg chg="mod">
          <ac:chgData name="Ruth Sara" userId="ecd53b4e9966654c" providerId="LiveId" clId="{CFC4D035-D2DF-402C-97C6-409C173B55E3}" dt="2026-08-20T21:11:36.983" v="1164" actId="790"/>
          <ac:spMkLst>
            <pc:docMk/>
            <pc:sldMk cId="2765137111" sldId="318"/>
            <ac:spMk id="4" creationId="{00000000-0000-0000-0000-000000000000}"/>
          </ac:spMkLst>
        </pc:spChg>
      </pc:sldChg>
      <pc:sldChg chg="modSp del mod">
        <pc:chgData name="Ruth Sara" userId="ecd53b4e9966654c" providerId="LiveId" clId="{CFC4D035-D2DF-402C-97C6-409C173B55E3}" dt="2026-08-21T02:19:01.644" v="6865" actId="47"/>
        <pc:sldMkLst>
          <pc:docMk/>
          <pc:sldMk cId="1108506989" sldId="319"/>
        </pc:sldMkLst>
        <pc:spChg chg="mod">
          <ac:chgData name="Ruth Sara" userId="ecd53b4e9966654c" providerId="LiveId" clId="{CFC4D035-D2DF-402C-97C6-409C173B55E3}" dt="2026-08-20T21:11:36.983" v="1164" actId="790"/>
          <ac:spMkLst>
            <pc:docMk/>
            <pc:sldMk cId="1108506989" sldId="319"/>
            <ac:spMk id="2" creationId="{00000000-0000-0000-0000-000000000000}"/>
          </ac:spMkLst>
        </pc:spChg>
        <pc:spChg chg="mod">
          <ac:chgData name="Ruth Sara" userId="ecd53b4e9966654c" providerId="LiveId" clId="{CFC4D035-D2DF-402C-97C6-409C173B55E3}" dt="2026-08-20T21:11:36.983" v="1164" actId="790"/>
          <ac:spMkLst>
            <pc:docMk/>
            <pc:sldMk cId="1108506989" sldId="319"/>
            <ac:spMk id="3" creationId="{00000000-0000-0000-0000-000000000000}"/>
          </ac:spMkLst>
        </pc:spChg>
        <pc:spChg chg="mod">
          <ac:chgData name="Ruth Sara" userId="ecd53b4e9966654c" providerId="LiveId" clId="{CFC4D035-D2DF-402C-97C6-409C173B55E3}" dt="2026-08-20T21:11:36.983" v="1164" actId="790"/>
          <ac:spMkLst>
            <pc:docMk/>
            <pc:sldMk cId="1108506989" sldId="319"/>
            <ac:spMk id="4" creationId="{00000000-0000-0000-0000-000000000000}"/>
          </ac:spMkLst>
        </pc:spChg>
      </pc:sldChg>
      <pc:sldChg chg="addSp modSp add mod">
        <pc:chgData name="Ruth Sara" userId="ecd53b4e9966654c" providerId="LiveId" clId="{CFC4D035-D2DF-402C-97C6-409C173B55E3}" dt="2026-08-20T22:59:21.161" v="3564" actId="207"/>
        <pc:sldMkLst>
          <pc:docMk/>
          <pc:sldMk cId="3000593890" sldId="320"/>
        </pc:sldMkLst>
        <pc:spChg chg="add mod">
          <ac:chgData name="Ruth Sara" userId="ecd53b4e9966654c" providerId="LiveId" clId="{CFC4D035-D2DF-402C-97C6-409C173B55E3}" dt="2026-08-20T21:38:42.226" v="2671" actId="14100"/>
          <ac:spMkLst>
            <pc:docMk/>
            <pc:sldMk cId="3000593890" sldId="320"/>
            <ac:spMk id="2" creationId="{3000D4A2-C5AE-BA8C-4402-4FC2B6478E86}"/>
          </ac:spMkLst>
        </pc:spChg>
        <pc:spChg chg="add mod">
          <ac:chgData name="Ruth Sara" userId="ecd53b4e9966654c" providerId="LiveId" clId="{CFC4D035-D2DF-402C-97C6-409C173B55E3}" dt="2026-08-20T21:35:47.953" v="2653" actId="20577"/>
          <ac:spMkLst>
            <pc:docMk/>
            <pc:sldMk cId="3000593890" sldId="320"/>
            <ac:spMk id="3" creationId="{73EA4E00-0A32-3441-0DF1-9BC0C5925447}"/>
          </ac:spMkLst>
        </pc:spChg>
        <pc:spChg chg="mod">
          <ac:chgData name="Ruth Sara" userId="ecd53b4e9966654c" providerId="LiveId" clId="{CFC4D035-D2DF-402C-97C6-409C173B55E3}" dt="2026-08-20T21:39:36.509" v="2681" actId="1076"/>
          <ac:spMkLst>
            <pc:docMk/>
            <pc:sldMk cId="3000593890" sldId="320"/>
            <ac:spMk id="13" creationId="{A1F634B7-20B8-9F12-F436-BFBF7D00127D}"/>
          </ac:spMkLst>
        </pc:spChg>
        <pc:spChg chg="mod">
          <ac:chgData name="Ruth Sara" userId="ecd53b4e9966654c" providerId="LiveId" clId="{CFC4D035-D2DF-402C-97C6-409C173B55E3}" dt="2026-08-20T22:59:21.161" v="3564" actId="207"/>
          <ac:spMkLst>
            <pc:docMk/>
            <pc:sldMk cId="3000593890" sldId="320"/>
            <ac:spMk id="14" creationId="{515551AB-D6D1-2F68-ADFF-A892351A7BFE}"/>
          </ac:spMkLst>
        </pc:spChg>
      </pc:sldChg>
      <pc:sldChg chg="modSp add del mod">
        <pc:chgData name="Ruth Sara" userId="ecd53b4e9966654c" providerId="LiveId" clId="{CFC4D035-D2DF-402C-97C6-409C173B55E3}" dt="2026-08-20T21:06:34.464" v="1087"/>
        <pc:sldMkLst>
          <pc:docMk/>
          <pc:sldMk cId="3987900309" sldId="320"/>
        </pc:sldMkLst>
        <pc:spChg chg="mod">
          <ac:chgData name="Ruth Sara" userId="ecd53b4e9966654c" providerId="LiveId" clId="{CFC4D035-D2DF-402C-97C6-409C173B55E3}" dt="2026-08-20T21:06:34.464" v="1087"/>
          <ac:spMkLst>
            <pc:docMk/>
            <pc:sldMk cId="3987900309" sldId="320"/>
            <ac:spMk id="14" creationId="{00000000-0000-0000-0000-000000000000}"/>
          </ac:spMkLst>
        </pc:spChg>
      </pc:sldChg>
      <pc:sldChg chg="addSp delSp modSp new mod">
        <pc:chgData name="Ruth Sara" userId="ecd53b4e9966654c" providerId="LiveId" clId="{CFC4D035-D2DF-402C-97C6-409C173B55E3}" dt="2026-08-21T01:54:34.234" v="6234" actId="1076"/>
        <pc:sldMkLst>
          <pc:docMk/>
          <pc:sldMk cId="2894410441" sldId="321"/>
        </pc:sldMkLst>
        <pc:spChg chg="mod">
          <ac:chgData name="Ruth Sara" userId="ecd53b4e9966654c" providerId="LiveId" clId="{CFC4D035-D2DF-402C-97C6-409C173B55E3}" dt="2026-08-21T01:21:19.414" v="5737" actId="26606"/>
          <ac:spMkLst>
            <pc:docMk/>
            <pc:sldMk cId="2894410441" sldId="321"/>
            <ac:spMk id="2" creationId="{601D1E21-499F-996E-600C-37229EE0C53E}"/>
          </ac:spMkLst>
        </pc:spChg>
        <pc:spChg chg="mod">
          <ac:chgData name="Ruth Sara" userId="ecd53b4e9966654c" providerId="LiveId" clId="{CFC4D035-D2DF-402C-97C6-409C173B55E3}" dt="2026-08-21T01:24:03.827" v="5767" actId="27636"/>
          <ac:spMkLst>
            <pc:docMk/>
            <pc:sldMk cId="2894410441" sldId="321"/>
            <ac:spMk id="3" creationId="{698237AB-3B33-8748-2B45-2CDE16630D34}"/>
          </ac:spMkLst>
        </pc:spChg>
        <pc:spChg chg="del mod">
          <ac:chgData name="Ruth Sara" userId="ecd53b4e9966654c" providerId="LiveId" clId="{CFC4D035-D2DF-402C-97C6-409C173B55E3}" dt="2026-08-21T01:21:08.136" v="5735"/>
          <ac:spMkLst>
            <pc:docMk/>
            <pc:sldMk cId="2894410441" sldId="321"/>
            <ac:spMk id="4" creationId="{273F639E-3806-A52A-FDC0-850977C7EA7E}"/>
          </ac:spMkLst>
        </pc:spChg>
        <pc:spChg chg="add mod">
          <ac:chgData name="Ruth Sara" userId="ecd53b4e9966654c" providerId="LiveId" clId="{CFC4D035-D2DF-402C-97C6-409C173B55E3}" dt="2026-08-21T01:54:17.311" v="6229" actId="1076"/>
          <ac:spMkLst>
            <pc:docMk/>
            <pc:sldMk cId="2894410441" sldId="321"/>
            <ac:spMk id="9" creationId="{898B76C8-4A54-5078-9091-DA5BC0A45DD2}"/>
          </ac:spMkLst>
        </pc:spChg>
        <pc:spChg chg="add mod">
          <ac:chgData name="Ruth Sara" userId="ecd53b4e9966654c" providerId="LiveId" clId="{CFC4D035-D2DF-402C-97C6-409C173B55E3}" dt="2026-08-21T01:54:25.866" v="6231" actId="1076"/>
          <ac:spMkLst>
            <pc:docMk/>
            <pc:sldMk cId="2894410441" sldId="321"/>
            <ac:spMk id="10" creationId="{36386F0F-F0B4-4B32-5BEA-379DAB400F22}"/>
          </ac:spMkLst>
        </pc:spChg>
        <pc:picChg chg="add mod">
          <ac:chgData name="Ruth Sara" userId="ecd53b4e9966654c" providerId="LiveId" clId="{CFC4D035-D2DF-402C-97C6-409C173B55E3}" dt="2026-08-21T01:23:27.428" v="5761" actId="14100"/>
          <ac:picMkLst>
            <pc:docMk/>
            <pc:sldMk cId="2894410441" sldId="321"/>
            <ac:picMk id="7" creationId="{D1306B83-25AF-3F4E-3DC2-0A1E011D6013}"/>
          </ac:picMkLst>
        </pc:picChg>
        <pc:picChg chg="add mod">
          <ac:chgData name="Ruth Sara" userId="ecd53b4e9966654c" providerId="LiveId" clId="{CFC4D035-D2DF-402C-97C6-409C173B55E3}" dt="2026-08-21T01:54:34.234" v="6234" actId="1076"/>
          <ac:picMkLst>
            <pc:docMk/>
            <pc:sldMk cId="2894410441" sldId="321"/>
            <ac:picMk id="8" creationId="{B19DC558-49A4-F2F7-1C25-9FA4A0DE8207}"/>
          </ac:picMkLst>
        </pc:picChg>
      </pc:sldChg>
      <pc:sldChg chg="addSp delSp modSp new mod">
        <pc:chgData name="Ruth Sara" userId="ecd53b4e9966654c" providerId="LiveId" clId="{CFC4D035-D2DF-402C-97C6-409C173B55E3}" dt="2026-08-21T01:55:52.435" v="6290" actId="14100"/>
        <pc:sldMkLst>
          <pc:docMk/>
          <pc:sldMk cId="2839879257" sldId="322"/>
        </pc:sldMkLst>
        <pc:spChg chg="del">
          <ac:chgData name="Ruth Sara" userId="ecd53b4e9966654c" providerId="LiveId" clId="{CFC4D035-D2DF-402C-97C6-409C173B55E3}" dt="2026-08-21T01:42:17.177" v="5774"/>
          <ac:spMkLst>
            <pc:docMk/>
            <pc:sldMk cId="2839879257" sldId="322"/>
            <ac:spMk id="2" creationId="{2E37439A-7052-5076-332F-2D2630848896}"/>
          </ac:spMkLst>
        </pc:spChg>
        <pc:spChg chg="del">
          <ac:chgData name="Ruth Sara" userId="ecd53b4e9966654c" providerId="LiveId" clId="{CFC4D035-D2DF-402C-97C6-409C173B55E3}" dt="2026-08-21T01:42:17.159" v="5772"/>
          <ac:spMkLst>
            <pc:docMk/>
            <pc:sldMk cId="2839879257" sldId="322"/>
            <ac:spMk id="3" creationId="{B4DFD416-E495-B2C0-EF6E-51998385B968}"/>
          </ac:spMkLst>
        </pc:spChg>
        <pc:spChg chg="del">
          <ac:chgData name="Ruth Sara" userId="ecd53b4e9966654c" providerId="LiveId" clId="{CFC4D035-D2DF-402C-97C6-409C173B55E3}" dt="2026-08-21T01:42:17.113" v="5770"/>
          <ac:spMkLst>
            <pc:docMk/>
            <pc:sldMk cId="2839879257" sldId="322"/>
            <ac:spMk id="4" creationId="{0A596FBE-65E3-427C-8953-663A892AF396}"/>
          </ac:spMkLst>
        </pc:spChg>
        <pc:spChg chg="add del mod">
          <ac:chgData name="Ruth Sara" userId="ecd53b4e9966654c" providerId="LiveId" clId="{CFC4D035-D2DF-402C-97C6-409C173B55E3}" dt="2026-08-21T01:48:45.754" v="5938"/>
          <ac:spMkLst>
            <pc:docMk/>
            <pc:sldMk cId="2839879257" sldId="322"/>
            <ac:spMk id="5" creationId="{9B1CECA0-CABB-85B6-2407-A786094390CE}"/>
          </ac:spMkLst>
        </pc:spChg>
        <pc:spChg chg="add del mod">
          <ac:chgData name="Ruth Sara" userId="ecd53b4e9966654c" providerId="LiveId" clId="{CFC4D035-D2DF-402C-97C6-409C173B55E3}" dt="2026-08-21T01:48:45.746" v="5936"/>
          <ac:spMkLst>
            <pc:docMk/>
            <pc:sldMk cId="2839879257" sldId="322"/>
            <ac:spMk id="6" creationId="{CAAB0910-733D-D09F-A2ED-DB8A40B1D843}"/>
          </ac:spMkLst>
        </pc:spChg>
        <pc:spChg chg="add del mod">
          <ac:chgData name="Ruth Sara" userId="ecd53b4e9966654c" providerId="LiveId" clId="{CFC4D035-D2DF-402C-97C6-409C173B55E3}" dt="2026-08-21T01:48:45.732" v="5934"/>
          <ac:spMkLst>
            <pc:docMk/>
            <pc:sldMk cId="2839879257" sldId="322"/>
            <ac:spMk id="7" creationId="{B4E18880-2DD8-71CE-D5ED-6CED074C2040}"/>
          </ac:spMkLst>
        </pc:spChg>
        <pc:spChg chg="add del mod">
          <ac:chgData name="Ruth Sara" userId="ecd53b4e9966654c" providerId="LiveId" clId="{CFC4D035-D2DF-402C-97C6-409C173B55E3}" dt="2026-08-21T01:48:45.718" v="5932"/>
          <ac:spMkLst>
            <pc:docMk/>
            <pc:sldMk cId="2839879257" sldId="322"/>
            <ac:spMk id="8" creationId="{B55891BC-3597-9A77-1A3E-D3275D9F1A3B}"/>
          </ac:spMkLst>
        </pc:spChg>
        <pc:spChg chg="add del mod">
          <ac:chgData name="Ruth Sara" userId="ecd53b4e9966654c" providerId="LiveId" clId="{CFC4D035-D2DF-402C-97C6-409C173B55E3}" dt="2026-08-21T01:48:45.706" v="5930"/>
          <ac:spMkLst>
            <pc:docMk/>
            <pc:sldMk cId="2839879257" sldId="322"/>
            <ac:spMk id="9" creationId="{853E7AE0-CAFF-8078-1014-9B94C12EEB84}"/>
          </ac:spMkLst>
        </pc:spChg>
        <pc:spChg chg="add del mod">
          <ac:chgData name="Ruth Sara" userId="ecd53b4e9966654c" providerId="LiveId" clId="{CFC4D035-D2DF-402C-97C6-409C173B55E3}" dt="2026-08-21T01:48:45.692" v="5928"/>
          <ac:spMkLst>
            <pc:docMk/>
            <pc:sldMk cId="2839879257" sldId="322"/>
            <ac:spMk id="10" creationId="{CC755C31-F89E-7F94-57F2-B6BF083CA7B9}"/>
          </ac:spMkLst>
        </pc:spChg>
        <pc:spChg chg="add del mod">
          <ac:chgData name="Ruth Sara" userId="ecd53b4e9966654c" providerId="LiveId" clId="{CFC4D035-D2DF-402C-97C6-409C173B55E3}" dt="2026-08-21T01:48:45.675" v="5926"/>
          <ac:spMkLst>
            <pc:docMk/>
            <pc:sldMk cId="2839879257" sldId="322"/>
            <ac:spMk id="11" creationId="{4F1E1E72-1A31-99EA-45C9-83B1F0C65D81}"/>
          </ac:spMkLst>
        </pc:spChg>
        <pc:spChg chg="add del mod">
          <ac:chgData name="Ruth Sara" userId="ecd53b4e9966654c" providerId="LiveId" clId="{CFC4D035-D2DF-402C-97C6-409C173B55E3}" dt="2026-08-21T01:48:45.636" v="5922"/>
          <ac:spMkLst>
            <pc:docMk/>
            <pc:sldMk cId="2839879257" sldId="322"/>
            <ac:spMk id="14" creationId="{9DA5B029-7BBF-0D7A-6227-9223B60037A3}"/>
          </ac:spMkLst>
        </pc:spChg>
        <pc:spChg chg="add del mod">
          <ac:chgData name="Ruth Sara" userId="ecd53b4e9966654c" providerId="LiveId" clId="{CFC4D035-D2DF-402C-97C6-409C173B55E3}" dt="2026-08-21T01:48:45.617" v="5920"/>
          <ac:spMkLst>
            <pc:docMk/>
            <pc:sldMk cId="2839879257" sldId="322"/>
            <ac:spMk id="15" creationId="{1542278F-81A0-E5D5-53C8-F2C6C64AFA28}"/>
          </ac:spMkLst>
        </pc:spChg>
        <pc:spChg chg="add del mod">
          <ac:chgData name="Ruth Sara" userId="ecd53b4e9966654c" providerId="LiveId" clId="{CFC4D035-D2DF-402C-97C6-409C173B55E3}" dt="2026-08-21T01:48:45.580" v="5918"/>
          <ac:spMkLst>
            <pc:docMk/>
            <pc:sldMk cId="2839879257" sldId="322"/>
            <ac:spMk id="16" creationId="{617F919B-F3DA-8A19-882B-A9F0B5F6246C}"/>
          </ac:spMkLst>
        </pc:spChg>
        <pc:spChg chg="add del mod">
          <ac:chgData name="Ruth Sara" userId="ecd53b4e9966654c" providerId="LiveId" clId="{CFC4D035-D2DF-402C-97C6-409C173B55E3}" dt="2026-08-21T01:50:23.076" v="6077"/>
          <ac:spMkLst>
            <pc:docMk/>
            <pc:sldMk cId="2839879257" sldId="322"/>
            <ac:spMk id="17" creationId="{4D863E20-7117-7BBE-BF8C-260BB6637C95}"/>
          </ac:spMkLst>
        </pc:spChg>
        <pc:spChg chg="add del mod">
          <ac:chgData name="Ruth Sara" userId="ecd53b4e9966654c" providerId="LiveId" clId="{CFC4D035-D2DF-402C-97C6-409C173B55E3}" dt="2026-08-21T01:50:23.055" v="6075"/>
          <ac:spMkLst>
            <pc:docMk/>
            <pc:sldMk cId="2839879257" sldId="322"/>
            <ac:spMk id="18" creationId="{680B3551-18D0-2D06-1B5B-D79A765E67AD}"/>
          </ac:spMkLst>
        </pc:spChg>
        <pc:spChg chg="add del mod">
          <ac:chgData name="Ruth Sara" userId="ecd53b4e9966654c" providerId="LiveId" clId="{CFC4D035-D2DF-402C-97C6-409C173B55E3}" dt="2026-08-21T01:50:23.031" v="6073"/>
          <ac:spMkLst>
            <pc:docMk/>
            <pc:sldMk cId="2839879257" sldId="322"/>
            <ac:spMk id="19" creationId="{A6A4EB90-0FE0-8F59-856E-D7662382C88B}"/>
          </ac:spMkLst>
        </pc:spChg>
        <pc:spChg chg="add del mod">
          <ac:chgData name="Ruth Sara" userId="ecd53b4e9966654c" providerId="LiveId" clId="{CFC4D035-D2DF-402C-97C6-409C173B55E3}" dt="2026-08-21T01:50:23.012" v="6071"/>
          <ac:spMkLst>
            <pc:docMk/>
            <pc:sldMk cId="2839879257" sldId="322"/>
            <ac:spMk id="20" creationId="{8A0AAED7-71BF-2123-6A4A-445C454F41AC}"/>
          </ac:spMkLst>
        </pc:spChg>
        <pc:spChg chg="add del mod">
          <ac:chgData name="Ruth Sara" userId="ecd53b4e9966654c" providerId="LiveId" clId="{CFC4D035-D2DF-402C-97C6-409C173B55E3}" dt="2026-08-21T01:50:22.994" v="6069"/>
          <ac:spMkLst>
            <pc:docMk/>
            <pc:sldMk cId="2839879257" sldId="322"/>
            <ac:spMk id="21" creationId="{B6FD9279-9B80-B348-9B4D-C8D999D23A3F}"/>
          </ac:spMkLst>
        </pc:spChg>
        <pc:spChg chg="add del mod">
          <ac:chgData name="Ruth Sara" userId="ecd53b4e9966654c" providerId="LiveId" clId="{CFC4D035-D2DF-402C-97C6-409C173B55E3}" dt="2026-08-21T01:50:22.973" v="6065"/>
          <ac:spMkLst>
            <pc:docMk/>
            <pc:sldMk cId="2839879257" sldId="322"/>
            <ac:spMk id="24" creationId="{0068D500-9ACA-F3C8-9278-D0B955F4CDC0}"/>
          </ac:spMkLst>
        </pc:spChg>
        <pc:spChg chg="add del mod">
          <ac:chgData name="Ruth Sara" userId="ecd53b4e9966654c" providerId="LiveId" clId="{CFC4D035-D2DF-402C-97C6-409C173B55E3}" dt="2026-08-21T01:50:22.961" v="6063"/>
          <ac:spMkLst>
            <pc:docMk/>
            <pc:sldMk cId="2839879257" sldId="322"/>
            <ac:spMk id="25" creationId="{D0F58023-7757-CC2C-AF75-3AE5603CDC98}"/>
          </ac:spMkLst>
        </pc:spChg>
        <pc:spChg chg="add del mod">
          <ac:chgData name="Ruth Sara" userId="ecd53b4e9966654c" providerId="LiveId" clId="{CFC4D035-D2DF-402C-97C6-409C173B55E3}" dt="2026-08-21T01:50:22.935" v="6061"/>
          <ac:spMkLst>
            <pc:docMk/>
            <pc:sldMk cId="2839879257" sldId="322"/>
            <ac:spMk id="26" creationId="{1A8849E0-C46D-C10F-BD06-7DBA57725AA2}"/>
          </ac:spMkLst>
        </pc:spChg>
        <pc:spChg chg="add mod">
          <ac:chgData name="Ruth Sara" userId="ecd53b4e9966654c" providerId="LiveId" clId="{CFC4D035-D2DF-402C-97C6-409C173B55E3}" dt="2026-08-21T01:55:52.435" v="6290" actId="14100"/>
          <ac:spMkLst>
            <pc:docMk/>
            <pc:sldMk cId="2839879257" sldId="322"/>
            <ac:spMk id="27" creationId="{B7309638-ABF9-A9EE-B615-D9E431FA7D89}"/>
          </ac:spMkLst>
        </pc:spChg>
        <pc:spChg chg="add mod">
          <ac:chgData name="Ruth Sara" userId="ecd53b4e9966654c" providerId="LiveId" clId="{CFC4D035-D2DF-402C-97C6-409C173B55E3}" dt="2026-08-21T01:50:23.995" v="6105" actId="948"/>
          <ac:spMkLst>
            <pc:docMk/>
            <pc:sldMk cId="2839879257" sldId="322"/>
            <ac:spMk id="28" creationId="{B3ECD59C-268E-42C1-C4BC-9210EF64EE33}"/>
          </ac:spMkLst>
        </pc:spChg>
        <pc:spChg chg="add mod">
          <ac:chgData name="Ruth Sara" userId="ecd53b4e9966654c" providerId="LiveId" clId="{CFC4D035-D2DF-402C-97C6-409C173B55E3}" dt="2026-08-21T01:55:44.784" v="6289" actId="20577"/>
          <ac:spMkLst>
            <pc:docMk/>
            <pc:sldMk cId="2839879257" sldId="322"/>
            <ac:spMk id="29" creationId="{4B3F8A76-062C-08A8-3D3D-FB066D4484EE}"/>
          </ac:spMkLst>
        </pc:spChg>
        <pc:spChg chg="add mod">
          <ac:chgData name="Ruth Sara" userId="ecd53b4e9966654c" providerId="LiveId" clId="{CFC4D035-D2DF-402C-97C6-409C173B55E3}" dt="2026-08-21T01:50:24.425" v="6134" actId="948"/>
          <ac:spMkLst>
            <pc:docMk/>
            <pc:sldMk cId="2839879257" sldId="322"/>
            <ac:spMk id="30" creationId="{8A29A65E-C4D1-23EC-D512-29F2C16130F1}"/>
          </ac:spMkLst>
        </pc:spChg>
        <pc:spChg chg="add mod">
          <ac:chgData name="Ruth Sara" userId="ecd53b4e9966654c" providerId="LiveId" clId="{CFC4D035-D2DF-402C-97C6-409C173B55E3}" dt="2026-08-21T01:55:26.916" v="6270" actId="20577"/>
          <ac:spMkLst>
            <pc:docMk/>
            <pc:sldMk cId="2839879257" sldId="322"/>
            <ac:spMk id="31" creationId="{18A88840-FFC9-2B6A-957E-290BEAB52886}"/>
          </ac:spMkLst>
        </pc:spChg>
        <pc:spChg chg="add mod">
          <ac:chgData name="Ruth Sara" userId="ecd53b4e9966654c" providerId="LiveId" clId="{CFC4D035-D2DF-402C-97C6-409C173B55E3}" dt="2026-08-21T01:50:24.915" v="6166" actId="948"/>
          <ac:spMkLst>
            <pc:docMk/>
            <pc:sldMk cId="2839879257" sldId="322"/>
            <ac:spMk id="34" creationId="{7660DC32-2D7B-EA64-714F-77D573AC08ED}"/>
          </ac:spMkLst>
        </pc:spChg>
        <pc:spChg chg="add mod">
          <ac:chgData name="Ruth Sara" userId="ecd53b4e9966654c" providerId="LiveId" clId="{CFC4D035-D2DF-402C-97C6-409C173B55E3}" dt="2026-08-21T01:50:25.099" v="6180" actId="948"/>
          <ac:spMkLst>
            <pc:docMk/>
            <pc:sldMk cId="2839879257" sldId="322"/>
            <ac:spMk id="35" creationId="{4E0BCCE3-D9BF-2169-9F0C-EE2D78DA6880}"/>
          </ac:spMkLst>
        </pc:spChg>
        <pc:spChg chg="add mod">
          <ac:chgData name="Ruth Sara" userId="ecd53b4e9966654c" providerId="LiveId" clId="{CFC4D035-D2DF-402C-97C6-409C173B55E3}" dt="2026-08-21T01:54:55.814" v="6249" actId="313"/>
          <ac:spMkLst>
            <pc:docMk/>
            <pc:sldMk cId="2839879257" sldId="322"/>
            <ac:spMk id="36" creationId="{47EB4A21-8CFC-D4E8-1712-7B5AC190CD85}"/>
          </ac:spMkLst>
        </pc:spChg>
        <pc:picChg chg="add del mod">
          <ac:chgData name="Ruth Sara" userId="ecd53b4e9966654c" providerId="LiveId" clId="{CFC4D035-D2DF-402C-97C6-409C173B55E3}" dt="2026-08-21T01:48:45.641" v="5924"/>
          <ac:picMkLst>
            <pc:docMk/>
            <pc:sldMk cId="2839879257" sldId="322"/>
            <ac:picMk id="13" creationId="{1B9E3181-A99D-BDE3-F875-457227F98B81}"/>
          </ac:picMkLst>
        </pc:picChg>
        <pc:picChg chg="add del mod">
          <ac:chgData name="Ruth Sara" userId="ecd53b4e9966654c" providerId="LiveId" clId="{CFC4D035-D2DF-402C-97C6-409C173B55E3}" dt="2026-08-21T01:50:22.981" v="6067"/>
          <ac:picMkLst>
            <pc:docMk/>
            <pc:sldMk cId="2839879257" sldId="322"/>
            <ac:picMk id="23" creationId="{E91E730D-0C75-A1A2-E976-3E88D26E5F08}"/>
          </ac:picMkLst>
        </pc:picChg>
        <pc:picChg chg="add mod">
          <ac:chgData name="Ruth Sara" userId="ecd53b4e9966654c" providerId="LiveId" clId="{CFC4D035-D2DF-402C-97C6-409C173B55E3}" dt="2026-08-21T01:50:24.712" v="6152"/>
          <ac:picMkLst>
            <pc:docMk/>
            <pc:sldMk cId="2839879257" sldId="322"/>
            <ac:picMk id="33" creationId="{E3A40DA0-F6AB-05AE-0A56-60330C5A2AF3}"/>
          </ac:picMkLst>
        </pc:picChg>
      </pc:sldChg>
      <pc:sldChg chg="addSp delSp modSp new mod">
        <pc:chgData name="Ruth Sara" userId="ecd53b4e9966654c" providerId="LiveId" clId="{CFC4D035-D2DF-402C-97C6-409C173B55E3}" dt="2026-08-21T02:04:03.136" v="6390" actId="20577"/>
        <pc:sldMkLst>
          <pc:docMk/>
          <pc:sldMk cId="3559154255" sldId="323"/>
        </pc:sldMkLst>
        <pc:spChg chg="del">
          <ac:chgData name="Ruth Sara" userId="ecd53b4e9966654c" providerId="LiveId" clId="{CFC4D035-D2DF-402C-97C6-409C173B55E3}" dt="2026-08-21T01:59:38.378" v="6297"/>
          <ac:spMkLst>
            <pc:docMk/>
            <pc:sldMk cId="3559154255" sldId="323"/>
            <ac:spMk id="2" creationId="{1A99FD22-3841-DC7D-837A-47159060AB3C}"/>
          </ac:spMkLst>
        </pc:spChg>
        <pc:spChg chg="del">
          <ac:chgData name="Ruth Sara" userId="ecd53b4e9966654c" providerId="LiveId" clId="{CFC4D035-D2DF-402C-97C6-409C173B55E3}" dt="2026-08-21T01:59:38.349" v="6295"/>
          <ac:spMkLst>
            <pc:docMk/>
            <pc:sldMk cId="3559154255" sldId="323"/>
            <ac:spMk id="3" creationId="{5C95EEEE-1B51-0DAE-9524-9AB93403E798}"/>
          </ac:spMkLst>
        </pc:spChg>
        <pc:spChg chg="del">
          <ac:chgData name="Ruth Sara" userId="ecd53b4e9966654c" providerId="LiveId" clId="{CFC4D035-D2DF-402C-97C6-409C173B55E3}" dt="2026-08-21T01:59:38.317" v="6293"/>
          <ac:spMkLst>
            <pc:docMk/>
            <pc:sldMk cId="3559154255" sldId="323"/>
            <ac:spMk id="4" creationId="{53A6EF8A-DA66-AB58-EF93-DED4BB882405}"/>
          </ac:spMkLst>
        </pc:spChg>
        <pc:spChg chg="add mod">
          <ac:chgData name="Ruth Sara" userId="ecd53b4e9966654c" providerId="LiveId" clId="{CFC4D035-D2DF-402C-97C6-409C173B55E3}" dt="2026-08-21T01:59:38.915" v="6311" actId="948"/>
          <ac:spMkLst>
            <pc:docMk/>
            <pc:sldMk cId="3559154255" sldId="323"/>
            <ac:spMk id="5" creationId="{1B85F1D4-36CE-46B4-79A3-2CDC8781E033}"/>
          </ac:spMkLst>
        </pc:spChg>
        <pc:spChg chg="add mod">
          <ac:chgData name="Ruth Sara" userId="ecd53b4e9966654c" providerId="LiveId" clId="{CFC4D035-D2DF-402C-97C6-409C173B55E3}" dt="2026-08-21T01:59:39.388" v="6331" actId="948"/>
          <ac:spMkLst>
            <pc:docMk/>
            <pc:sldMk cId="3559154255" sldId="323"/>
            <ac:spMk id="10" creationId="{DD835FBB-C4EB-AD84-570A-AB9D5C19C0E4}"/>
          </ac:spMkLst>
        </pc:spChg>
        <pc:spChg chg="add mod">
          <ac:chgData name="Ruth Sara" userId="ecd53b4e9966654c" providerId="LiveId" clId="{CFC4D035-D2DF-402C-97C6-409C173B55E3}" dt="2026-08-21T01:59:39.577" v="6345" actId="948"/>
          <ac:spMkLst>
            <pc:docMk/>
            <pc:sldMk cId="3559154255" sldId="323"/>
            <ac:spMk id="11" creationId="{4DA12B9D-E7EF-BCB5-3830-39370C653C3F}"/>
          </ac:spMkLst>
        </pc:spChg>
        <pc:spChg chg="add mod">
          <ac:chgData name="Ruth Sara" userId="ecd53b4e9966654c" providerId="LiveId" clId="{CFC4D035-D2DF-402C-97C6-409C173B55E3}" dt="2026-08-21T01:59:39.730" v="6359" actId="948"/>
          <ac:spMkLst>
            <pc:docMk/>
            <pc:sldMk cId="3559154255" sldId="323"/>
            <ac:spMk id="12" creationId="{1B815E03-361A-C831-6464-634D83682DF2}"/>
          </ac:spMkLst>
        </pc:spChg>
        <pc:spChg chg="add mod">
          <ac:chgData name="Ruth Sara" userId="ecd53b4e9966654c" providerId="LiveId" clId="{CFC4D035-D2DF-402C-97C6-409C173B55E3}" dt="2026-08-21T01:59:40.200" v="6375" actId="207"/>
          <ac:spMkLst>
            <pc:docMk/>
            <pc:sldMk cId="3559154255" sldId="323"/>
            <ac:spMk id="13" creationId="{8C78478C-2178-7E78-77C5-CDF3076C9BE2}"/>
          </ac:spMkLst>
        </pc:spChg>
        <pc:spChg chg="add mod">
          <ac:chgData name="Ruth Sara" userId="ecd53b4e9966654c" providerId="LiveId" clId="{CFC4D035-D2DF-402C-97C6-409C173B55E3}" dt="2026-08-21T02:04:03.136" v="6390" actId="20577"/>
          <ac:spMkLst>
            <pc:docMk/>
            <pc:sldMk cId="3559154255" sldId="323"/>
            <ac:spMk id="14" creationId="{846FFDE0-C061-B1F3-9EF5-2532908C8D49}"/>
          </ac:spMkLst>
        </pc:spChg>
        <pc:picChg chg="add mod">
          <ac:chgData name="Ruth Sara" userId="ecd53b4e9966654c" providerId="LiveId" clId="{CFC4D035-D2DF-402C-97C6-409C173B55E3}" dt="2026-08-21T01:59:39.078" v="6314"/>
          <ac:picMkLst>
            <pc:docMk/>
            <pc:sldMk cId="3559154255" sldId="323"/>
            <ac:picMk id="7" creationId="{85DAFB22-AF0C-F021-FB31-64A7A2D5624F}"/>
          </ac:picMkLst>
        </pc:picChg>
        <pc:picChg chg="add mod">
          <ac:chgData name="Ruth Sara" userId="ecd53b4e9966654c" providerId="LiveId" clId="{CFC4D035-D2DF-402C-97C6-409C173B55E3}" dt="2026-08-21T01:59:39.201" v="6317"/>
          <ac:picMkLst>
            <pc:docMk/>
            <pc:sldMk cId="3559154255" sldId="323"/>
            <ac:picMk id="9" creationId="{FA6551A9-BCF2-2CD9-BC69-963AA6416F5C}"/>
          </ac:picMkLst>
        </pc:picChg>
      </pc:sldChg>
      <pc:sldChg chg="addSp delSp modSp new mod">
        <pc:chgData name="Ruth Sara" userId="ecd53b4e9966654c" providerId="LiveId" clId="{CFC4D035-D2DF-402C-97C6-409C173B55E3}" dt="2026-08-21T02:18:24.016" v="6859" actId="113"/>
        <pc:sldMkLst>
          <pc:docMk/>
          <pc:sldMk cId="1701478069" sldId="324"/>
        </pc:sldMkLst>
        <pc:spChg chg="del">
          <ac:chgData name="Ruth Sara" userId="ecd53b4e9966654c" providerId="LiveId" clId="{CFC4D035-D2DF-402C-97C6-409C173B55E3}" dt="2026-08-21T02:10:16.765" v="6395"/>
          <ac:spMkLst>
            <pc:docMk/>
            <pc:sldMk cId="1701478069" sldId="324"/>
            <ac:spMk id="2" creationId="{2F013084-0779-E15A-02C4-047C63675E2E}"/>
          </ac:spMkLst>
        </pc:spChg>
        <pc:spChg chg="del">
          <ac:chgData name="Ruth Sara" userId="ecd53b4e9966654c" providerId="LiveId" clId="{CFC4D035-D2DF-402C-97C6-409C173B55E3}" dt="2026-08-21T02:10:16.720" v="6393"/>
          <ac:spMkLst>
            <pc:docMk/>
            <pc:sldMk cId="1701478069" sldId="324"/>
            <ac:spMk id="3" creationId="{66AFB71F-BD33-0847-3130-CE6B332E311B}"/>
          </ac:spMkLst>
        </pc:spChg>
        <pc:spChg chg="add del mod">
          <ac:chgData name="Ruth Sara" userId="ecd53b4e9966654c" providerId="LiveId" clId="{CFC4D035-D2DF-402C-97C6-409C173B55E3}" dt="2026-08-21T02:11:37.388" v="6507"/>
          <ac:spMkLst>
            <pc:docMk/>
            <pc:sldMk cId="1701478069" sldId="324"/>
            <ac:spMk id="4" creationId="{15EE5DBE-848C-FA01-8F79-EED900397847}"/>
          </ac:spMkLst>
        </pc:spChg>
        <pc:spChg chg="add del mod">
          <ac:chgData name="Ruth Sara" userId="ecd53b4e9966654c" providerId="LiveId" clId="{CFC4D035-D2DF-402C-97C6-409C173B55E3}" dt="2026-08-21T02:11:37.372" v="6505"/>
          <ac:spMkLst>
            <pc:docMk/>
            <pc:sldMk cId="1701478069" sldId="324"/>
            <ac:spMk id="5" creationId="{0D87BDBF-553D-44E3-2448-E6817FF58393}"/>
          </ac:spMkLst>
        </pc:spChg>
        <pc:spChg chg="add del mod">
          <ac:chgData name="Ruth Sara" userId="ecd53b4e9966654c" providerId="LiveId" clId="{CFC4D035-D2DF-402C-97C6-409C173B55E3}" dt="2026-08-21T02:11:37.341" v="6501"/>
          <ac:spMkLst>
            <pc:docMk/>
            <pc:sldMk cId="1701478069" sldId="324"/>
            <ac:spMk id="7" creationId="{2BA170F2-B98D-3549-C7ED-803F6506397D}"/>
          </ac:spMkLst>
        </pc:spChg>
        <pc:spChg chg="add del mod">
          <ac:chgData name="Ruth Sara" userId="ecd53b4e9966654c" providerId="LiveId" clId="{CFC4D035-D2DF-402C-97C6-409C173B55E3}" dt="2026-08-21T02:11:37.338" v="6499"/>
          <ac:spMkLst>
            <pc:docMk/>
            <pc:sldMk cId="1701478069" sldId="324"/>
            <ac:spMk id="8" creationId="{C2CDFE8B-710B-02B4-9088-EE8BEB33ED42}"/>
          </ac:spMkLst>
        </pc:spChg>
        <pc:spChg chg="add del mod">
          <ac:chgData name="Ruth Sara" userId="ecd53b4e9966654c" providerId="LiveId" clId="{CFC4D035-D2DF-402C-97C6-409C173B55E3}" dt="2026-08-21T02:11:37.295" v="6495"/>
          <ac:spMkLst>
            <pc:docMk/>
            <pc:sldMk cId="1701478069" sldId="324"/>
            <ac:spMk id="10" creationId="{47B1829B-35AE-728E-AA87-6B031D10C2D9}"/>
          </ac:spMkLst>
        </pc:spChg>
        <pc:spChg chg="add del mod">
          <ac:chgData name="Ruth Sara" userId="ecd53b4e9966654c" providerId="LiveId" clId="{CFC4D035-D2DF-402C-97C6-409C173B55E3}" dt="2026-08-21T02:11:37.256" v="6493"/>
          <ac:spMkLst>
            <pc:docMk/>
            <pc:sldMk cId="1701478069" sldId="324"/>
            <ac:spMk id="11" creationId="{A56405C1-7A90-DD11-4D22-20E3BBD7A6A7}"/>
          </ac:spMkLst>
        </pc:spChg>
        <pc:spChg chg="add del mod">
          <ac:chgData name="Ruth Sara" userId="ecd53b4e9966654c" providerId="LiveId" clId="{CFC4D035-D2DF-402C-97C6-409C173B55E3}" dt="2026-08-21T02:13:30.443" v="6623"/>
          <ac:spMkLst>
            <pc:docMk/>
            <pc:sldMk cId="1701478069" sldId="324"/>
            <ac:spMk id="12" creationId="{5030AF43-9C27-1FE2-9CFB-15405F18E1E5}"/>
          </ac:spMkLst>
        </pc:spChg>
        <pc:spChg chg="add del mod">
          <ac:chgData name="Ruth Sara" userId="ecd53b4e9966654c" providerId="LiveId" clId="{CFC4D035-D2DF-402C-97C6-409C173B55E3}" dt="2026-08-21T02:13:30.418" v="6621"/>
          <ac:spMkLst>
            <pc:docMk/>
            <pc:sldMk cId="1701478069" sldId="324"/>
            <ac:spMk id="13" creationId="{34765933-F01E-8FA0-F6E0-F6076AD56A28}"/>
          </ac:spMkLst>
        </pc:spChg>
        <pc:spChg chg="add del mod">
          <ac:chgData name="Ruth Sara" userId="ecd53b4e9966654c" providerId="LiveId" clId="{CFC4D035-D2DF-402C-97C6-409C173B55E3}" dt="2026-08-21T02:13:30.394" v="6617"/>
          <ac:spMkLst>
            <pc:docMk/>
            <pc:sldMk cId="1701478069" sldId="324"/>
            <ac:spMk id="15" creationId="{650537A4-7D60-5979-C3BF-C980A6A9DE09}"/>
          </ac:spMkLst>
        </pc:spChg>
        <pc:spChg chg="add del mod">
          <ac:chgData name="Ruth Sara" userId="ecd53b4e9966654c" providerId="LiveId" clId="{CFC4D035-D2DF-402C-97C6-409C173B55E3}" dt="2026-08-21T02:13:30.369" v="6615"/>
          <ac:spMkLst>
            <pc:docMk/>
            <pc:sldMk cId="1701478069" sldId="324"/>
            <ac:spMk id="16" creationId="{E9E4A82F-0710-FD14-A5BD-0FF9772E471A}"/>
          </ac:spMkLst>
        </pc:spChg>
        <pc:spChg chg="add del mod">
          <ac:chgData name="Ruth Sara" userId="ecd53b4e9966654c" providerId="LiveId" clId="{CFC4D035-D2DF-402C-97C6-409C173B55E3}" dt="2026-08-21T02:13:30.339" v="6611"/>
          <ac:spMkLst>
            <pc:docMk/>
            <pc:sldMk cId="1701478069" sldId="324"/>
            <ac:spMk id="18" creationId="{91AD7361-7061-30B9-CD61-40899E6757D6}"/>
          </ac:spMkLst>
        </pc:spChg>
        <pc:spChg chg="add del mod">
          <ac:chgData name="Ruth Sara" userId="ecd53b4e9966654c" providerId="LiveId" clId="{CFC4D035-D2DF-402C-97C6-409C173B55E3}" dt="2026-08-21T02:13:30.305" v="6609"/>
          <ac:spMkLst>
            <pc:docMk/>
            <pc:sldMk cId="1701478069" sldId="324"/>
            <ac:spMk id="19" creationId="{64BDAE7C-8FF9-76E8-327A-355F5D08874B}"/>
          </ac:spMkLst>
        </pc:spChg>
        <pc:spChg chg="add del mod">
          <ac:chgData name="Ruth Sara" userId="ecd53b4e9966654c" providerId="LiveId" clId="{CFC4D035-D2DF-402C-97C6-409C173B55E3}" dt="2026-08-21T02:15:43.481" v="6748"/>
          <ac:spMkLst>
            <pc:docMk/>
            <pc:sldMk cId="1701478069" sldId="324"/>
            <ac:spMk id="20" creationId="{EE08D930-ED9B-3DE2-92A8-0F578069C1EB}"/>
          </ac:spMkLst>
        </pc:spChg>
        <pc:spChg chg="add del mod">
          <ac:chgData name="Ruth Sara" userId="ecd53b4e9966654c" providerId="LiveId" clId="{CFC4D035-D2DF-402C-97C6-409C173B55E3}" dt="2026-08-21T02:15:43.469" v="6746"/>
          <ac:spMkLst>
            <pc:docMk/>
            <pc:sldMk cId="1701478069" sldId="324"/>
            <ac:spMk id="21" creationId="{5962AB1B-01DD-43D4-5997-F93A271D2242}"/>
          </ac:spMkLst>
        </pc:spChg>
        <pc:spChg chg="add del mod">
          <ac:chgData name="Ruth Sara" userId="ecd53b4e9966654c" providerId="LiveId" clId="{CFC4D035-D2DF-402C-97C6-409C173B55E3}" dt="2026-08-21T02:15:43.456" v="6744"/>
          <ac:spMkLst>
            <pc:docMk/>
            <pc:sldMk cId="1701478069" sldId="324"/>
            <ac:spMk id="22" creationId="{F0A2894D-206F-5982-AE20-EFC6D978E7C7}"/>
          </ac:spMkLst>
        </pc:spChg>
        <pc:spChg chg="add del mod">
          <ac:chgData name="Ruth Sara" userId="ecd53b4e9966654c" providerId="LiveId" clId="{CFC4D035-D2DF-402C-97C6-409C173B55E3}" dt="2026-08-21T02:15:43.437" v="6742"/>
          <ac:spMkLst>
            <pc:docMk/>
            <pc:sldMk cId="1701478069" sldId="324"/>
            <ac:spMk id="23" creationId="{1B705912-D6CF-8A6C-F8DA-6C508A287E77}"/>
          </ac:spMkLst>
        </pc:spChg>
        <pc:spChg chg="add del mod">
          <ac:chgData name="Ruth Sara" userId="ecd53b4e9966654c" providerId="LiveId" clId="{CFC4D035-D2DF-402C-97C6-409C173B55E3}" dt="2026-08-21T02:15:43.406" v="6740"/>
          <ac:spMkLst>
            <pc:docMk/>
            <pc:sldMk cId="1701478069" sldId="324"/>
            <ac:spMk id="24" creationId="{182082FB-FF61-15DD-26C4-26592F4F828B}"/>
          </ac:spMkLst>
        </pc:spChg>
        <pc:spChg chg="add del mod">
          <ac:chgData name="Ruth Sara" userId="ecd53b4e9966654c" providerId="LiveId" clId="{CFC4D035-D2DF-402C-97C6-409C173B55E3}" dt="2026-08-21T02:15:43.400" v="6738"/>
          <ac:spMkLst>
            <pc:docMk/>
            <pc:sldMk cId="1701478069" sldId="324"/>
            <ac:spMk id="25" creationId="{0D34F8E9-EA32-2A34-67D0-7F6D1774E42C}"/>
          </ac:spMkLst>
        </pc:spChg>
        <pc:spChg chg="add del mod">
          <ac:chgData name="Ruth Sara" userId="ecd53b4e9966654c" providerId="LiveId" clId="{CFC4D035-D2DF-402C-97C6-409C173B55E3}" dt="2026-08-21T02:15:43.362" v="6736"/>
          <ac:spMkLst>
            <pc:docMk/>
            <pc:sldMk cId="1701478069" sldId="324"/>
            <ac:spMk id="26" creationId="{B990B3C3-3D38-684F-0279-E5AA1B9C692D}"/>
          </ac:spMkLst>
        </pc:spChg>
        <pc:spChg chg="add mod">
          <ac:chgData name="Ruth Sara" userId="ecd53b4e9966654c" providerId="LiveId" clId="{CFC4D035-D2DF-402C-97C6-409C173B55E3}" dt="2026-08-21T02:15:44.061" v="6762" actId="948"/>
          <ac:spMkLst>
            <pc:docMk/>
            <pc:sldMk cId="1701478069" sldId="324"/>
            <ac:spMk id="27" creationId="{6DC295FB-61C5-938E-CC05-2C97310D2335}"/>
          </ac:spMkLst>
        </pc:spChg>
        <pc:spChg chg="add mod">
          <ac:chgData name="Ruth Sara" userId="ecd53b4e9966654c" providerId="LiveId" clId="{CFC4D035-D2DF-402C-97C6-409C173B55E3}" dt="2026-08-21T02:18:14.197" v="6857" actId="113"/>
          <ac:spMkLst>
            <pc:docMk/>
            <pc:sldMk cId="1701478069" sldId="324"/>
            <ac:spMk id="28" creationId="{CCB120A3-34D1-BDB9-1734-081D5F434920}"/>
          </ac:spMkLst>
        </pc:spChg>
        <pc:spChg chg="add mod">
          <ac:chgData name="Ruth Sara" userId="ecd53b4e9966654c" providerId="LiveId" clId="{CFC4D035-D2DF-402C-97C6-409C173B55E3}" dt="2026-08-21T02:15:44.617" v="6794" actId="207"/>
          <ac:spMkLst>
            <pc:docMk/>
            <pc:sldMk cId="1701478069" sldId="324"/>
            <ac:spMk id="29" creationId="{E6E1108D-219B-C717-C89B-2CF2D008F81B}"/>
          </ac:spMkLst>
        </pc:spChg>
        <pc:spChg chg="add mod">
          <ac:chgData name="Ruth Sara" userId="ecd53b4e9966654c" providerId="LiveId" clId="{CFC4D035-D2DF-402C-97C6-409C173B55E3}" dt="2026-08-21T02:18:20.306" v="6858" actId="113"/>
          <ac:spMkLst>
            <pc:docMk/>
            <pc:sldMk cId="1701478069" sldId="324"/>
            <ac:spMk id="30" creationId="{E17FB58C-53E6-14F5-9B95-AFBB5C1B7503}"/>
          </ac:spMkLst>
        </pc:spChg>
        <pc:spChg chg="add mod">
          <ac:chgData name="Ruth Sara" userId="ecd53b4e9966654c" providerId="LiveId" clId="{CFC4D035-D2DF-402C-97C6-409C173B55E3}" dt="2026-08-21T02:15:45.100" v="6825" actId="207"/>
          <ac:spMkLst>
            <pc:docMk/>
            <pc:sldMk cId="1701478069" sldId="324"/>
            <ac:spMk id="31" creationId="{4D46F296-5738-E6B0-DAD9-85EBB5A871E4}"/>
          </ac:spMkLst>
        </pc:spChg>
        <pc:spChg chg="add mod">
          <ac:chgData name="Ruth Sara" userId="ecd53b4e9966654c" providerId="LiveId" clId="{CFC4D035-D2DF-402C-97C6-409C173B55E3}" dt="2026-08-21T02:18:24.016" v="6859" actId="113"/>
          <ac:spMkLst>
            <pc:docMk/>
            <pc:sldMk cId="1701478069" sldId="324"/>
            <ac:spMk id="32" creationId="{A6F494C7-E419-9322-2D30-07CC96812B81}"/>
          </ac:spMkLst>
        </pc:spChg>
        <pc:spChg chg="add mod">
          <ac:chgData name="Ruth Sara" userId="ecd53b4e9966654c" providerId="LiveId" clId="{CFC4D035-D2DF-402C-97C6-409C173B55E3}" dt="2026-08-21T02:15:45.560" v="6856" actId="207"/>
          <ac:spMkLst>
            <pc:docMk/>
            <pc:sldMk cId="1701478069" sldId="324"/>
            <ac:spMk id="33" creationId="{49AA7C8F-CA29-A06D-20DF-370F81E0C0F4}"/>
          </ac:spMkLst>
        </pc:spChg>
        <pc:cxnChg chg="add del mod">
          <ac:chgData name="Ruth Sara" userId="ecd53b4e9966654c" providerId="LiveId" clId="{CFC4D035-D2DF-402C-97C6-409C173B55E3}" dt="2026-08-21T02:11:37.358" v="6503"/>
          <ac:cxnSpMkLst>
            <pc:docMk/>
            <pc:sldMk cId="1701478069" sldId="324"/>
            <ac:cxnSpMk id="6" creationId="{FFC6B88A-A4D5-0E3D-EBF8-CE60F1D959D0}"/>
          </ac:cxnSpMkLst>
        </pc:cxnChg>
        <pc:cxnChg chg="add del mod">
          <ac:chgData name="Ruth Sara" userId="ecd53b4e9966654c" providerId="LiveId" clId="{CFC4D035-D2DF-402C-97C6-409C173B55E3}" dt="2026-08-21T02:11:37.308" v="6497"/>
          <ac:cxnSpMkLst>
            <pc:docMk/>
            <pc:sldMk cId="1701478069" sldId="324"/>
            <ac:cxnSpMk id="9" creationId="{FC0EA888-1CC0-B21E-5BDC-722034A79B03}"/>
          </ac:cxnSpMkLst>
        </pc:cxnChg>
        <pc:cxnChg chg="add del mod">
          <ac:chgData name="Ruth Sara" userId="ecd53b4e9966654c" providerId="LiveId" clId="{CFC4D035-D2DF-402C-97C6-409C173B55E3}" dt="2026-08-21T02:13:30.405" v="6619"/>
          <ac:cxnSpMkLst>
            <pc:docMk/>
            <pc:sldMk cId="1701478069" sldId="324"/>
            <ac:cxnSpMk id="14" creationId="{BB704207-5EB4-B033-8858-9A8EA8930843}"/>
          </ac:cxnSpMkLst>
        </pc:cxnChg>
        <pc:cxnChg chg="add del mod">
          <ac:chgData name="Ruth Sara" userId="ecd53b4e9966654c" providerId="LiveId" clId="{CFC4D035-D2DF-402C-97C6-409C173B55E3}" dt="2026-08-21T02:13:30.353" v="6613"/>
          <ac:cxnSpMkLst>
            <pc:docMk/>
            <pc:sldMk cId="1701478069" sldId="324"/>
            <ac:cxnSpMk id="17" creationId="{F14DEB40-F064-A864-B479-9F531A3CD35B}"/>
          </ac:cxnSpMkLst>
        </pc:cxnChg>
      </pc:sldChg>
      <pc:sldChg chg="new del">
        <pc:chgData name="Ruth Sara" userId="ecd53b4e9966654c" providerId="LiveId" clId="{CFC4D035-D2DF-402C-97C6-409C173B55E3}" dt="2026-08-21T02:19:07.111" v="6867" actId="47"/>
        <pc:sldMkLst>
          <pc:docMk/>
          <pc:sldMk cId="325812588" sldId="325"/>
        </pc:sldMkLst>
      </pc:sldChg>
      <pc:sldChg chg="modSp new mod">
        <pc:chgData name="Ruth Sara" userId="ecd53b4e9966654c" providerId="LiveId" clId="{CFC4D035-D2DF-402C-97C6-409C173B55E3}" dt="2026-08-21T02:19:41.677" v="6885" actId="113"/>
        <pc:sldMkLst>
          <pc:docMk/>
          <pc:sldMk cId="2449931998" sldId="325"/>
        </pc:sldMkLst>
        <pc:spChg chg="mod">
          <ac:chgData name="Ruth Sara" userId="ecd53b4e9966654c" providerId="LiveId" clId="{CFC4D035-D2DF-402C-97C6-409C173B55E3}" dt="2026-08-21T02:19:41.677" v="6885" actId="113"/>
          <ac:spMkLst>
            <pc:docMk/>
            <pc:sldMk cId="2449931998" sldId="325"/>
            <ac:spMk id="2" creationId="{8B93AD64-E50B-8AC4-A0E5-F1D2ED81E0CD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B4353D-C814-43F7-A3B7-5ABE291E839D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12AA2E1C-D794-4A84-B346-F6E2C6E103EA}">
      <dgm:prSet phldrT="[Text]" phldr="0" custT="1"/>
      <dgm:spPr>
        <a:gradFill flip="none" rotWithShape="0">
          <a:gsLst>
            <a:gs pos="0">
              <a:schemeClr val="tx2">
                <a:lumMod val="50000"/>
                <a:shade val="30000"/>
                <a:satMod val="115000"/>
              </a:schemeClr>
            </a:gs>
            <a:gs pos="50000">
              <a:schemeClr val="tx2">
                <a:lumMod val="50000"/>
                <a:shade val="67500"/>
                <a:satMod val="115000"/>
              </a:schemeClr>
            </a:gs>
            <a:gs pos="100000">
              <a:schemeClr val="tx2">
                <a:lumMod val="50000"/>
                <a:shade val="100000"/>
                <a:satMod val="115000"/>
              </a:schemeClr>
            </a:gs>
          </a:gsLst>
          <a:lin ang="2700000" scaled="1"/>
          <a:tileRect/>
        </a:gradFill>
        <a:ln>
          <a:solidFill>
            <a:srgbClr val="C00000"/>
          </a:solidFill>
        </a:ln>
      </dgm:spPr>
      <dgm:t>
        <a:bodyPr/>
        <a:lstStyle/>
        <a:p>
          <a:r>
            <a:rPr lang="en-GB" sz="1400" b="1" dirty="0">
              <a:latin typeface="Cambria" panose="02040503050406030204" pitchFamily="18" charset="0"/>
              <a:ea typeface="Cambria" panose="02040503050406030204" pitchFamily="18" charset="0"/>
            </a:rPr>
            <a:t>Literature and Requirements </a:t>
          </a:r>
        </a:p>
        <a:p>
          <a:r>
            <a:rPr lang="en-GB" sz="1100" dirty="0">
              <a:latin typeface="Cambria" panose="02040503050406030204" pitchFamily="18" charset="0"/>
              <a:ea typeface="Cambria" panose="02040503050406030204" pitchFamily="18" charset="0"/>
            </a:rPr>
            <a:t>Defined the security problem, roles and evaluation criteria.</a:t>
          </a:r>
        </a:p>
      </dgm:t>
    </dgm:pt>
    <dgm:pt modelId="{C7793DF0-A55D-414D-9430-43F0D381B754}" type="parTrans" cxnId="{4F709536-F662-48EF-85DA-CA3FB78EFA51}">
      <dgm:prSet/>
      <dgm:spPr/>
      <dgm:t>
        <a:bodyPr/>
        <a:lstStyle/>
        <a:p>
          <a:endParaRPr lang="en-GB"/>
        </a:p>
      </dgm:t>
    </dgm:pt>
    <dgm:pt modelId="{6D2B8E13-C531-4912-8DE5-CE4571B5A875}" type="sibTrans" cxnId="{4F709536-F662-48EF-85DA-CA3FB78EFA51}">
      <dgm:prSet/>
      <dgm:spPr/>
      <dgm:t>
        <a:bodyPr/>
        <a:lstStyle/>
        <a:p>
          <a:endParaRPr lang="en-GB"/>
        </a:p>
      </dgm:t>
    </dgm:pt>
    <dgm:pt modelId="{470067BF-3CF6-405D-86F8-7D8B560E4205}">
      <dgm:prSet phldrT="[Text]" phldr="0" custT="1"/>
      <dgm:spPr>
        <a:gradFill flip="none" rotWithShape="0">
          <a:gsLst>
            <a:gs pos="0">
              <a:schemeClr val="accent1">
                <a:lumMod val="60000"/>
                <a:lumOff val="40000"/>
                <a:shade val="30000"/>
                <a:satMod val="115000"/>
              </a:schemeClr>
            </a:gs>
            <a:gs pos="50000">
              <a:schemeClr val="accent1">
                <a:lumMod val="60000"/>
                <a:lumOff val="40000"/>
                <a:shade val="67500"/>
                <a:satMod val="115000"/>
              </a:schemeClr>
            </a:gs>
            <a:gs pos="100000">
              <a:schemeClr val="accent1">
                <a:lumMod val="60000"/>
                <a:lumOff val="40000"/>
                <a:shade val="100000"/>
                <a:satMod val="115000"/>
              </a:schemeClr>
            </a:gs>
          </a:gsLst>
          <a:lin ang="2700000" scaled="1"/>
          <a:tileRect/>
        </a:gradFill>
        <a:ln>
          <a:solidFill>
            <a:srgbClr val="C00000"/>
          </a:solidFill>
        </a:ln>
      </dgm:spPr>
      <dgm:t>
        <a:bodyPr/>
        <a:lstStyle/>
        <a:p>
          <a:r>
            <a:rPr lang="en-GB" sz="1400" b="1" dirty="0">
              <a:latin typeface="Cambria" panose="02040503050406030204" pitchFamily="18" charset="0"/>
              <a:ea typeface="Cambria" panose="02040503050406030204" pitchFamily="18" charset="0"/>
            </a:rPr>
            <a:t>Cryptographic Evaluation</a:t>
          </a:r>
        </a:p>
        <a:p>
          <a:r>
            <a:rPr lang="en-GB" sz="1000" dirty="0">
              <a:latin typeface="Cambria" panose="02040503050406030204" pitchFamily="18" charset="0"/>
              <a:ea typeface="Cambria" panose="02040503050406030204" pitchFamily="18" charset="0"/>
            </a:rPr>
            <a:t>Compared SHA-256 and ML-DSA-44 using repeated timing, storage and tamper-detection tests.</a:t>
          </a:r>
        </a:p>
      </dgm:t>
    </dgm:pt>
    <dgm:pt modelId="{AF637C66-C6CE-4843-8C6F-C3D72A9D6E68}" type="parTrans" cxnId="{8BBE121E-5355-4DDC-9F5B-8B7A24BA1AC9}">
      <dgm:prSet/>
      <dgm:spPr/>
      <dgm:t>
        <a:bodyPr/>
        <a:lstStyle/>
        <a:p>
          <a:endParaRPr lang="en-GB"/>
        </a:p>
      </dgm:t>
    </dgm:pt>
    <dgm:pt modelId="{A5EBEBB1-5E19-43CB-8C01-2DCC0B803308}" type="sibTrans" cxnId="{8BBE121E-5355-4DDC-9F5B-8B7A24BA1AC9}">
      <dgm:prSet/>
      <dgm:spPr/>
      <dgm:t>
        <a:bodyPr/>
        <a:lstStyle/>
        <a:p>
          <a:endParaRPr lang="en-GB"/>
        </a:p>
      </dgm:t>
    </dgm:pt>
    <dgm:pt modelId="{38494D69-F8C1-450A-87DE-D0D02727E8BC}">
      <dgm:prSet phldrT="[Text]" custT="1"/>
      <dgm:spPr>
        <a:gradFill flip="none" rotWithShape="0">
          <a:gsLst>
            <a:gs pos="0">
              <a:schemeClr val="accent2">
                <a:lumMod val="75000"/>
                <a:shade val="30000"/>
                <a:satMod val="115000"/>
              </a:schemeClr>
            </a:gs>
            <a:gs pos="50000">
              <a:schemeClr val="accent2">
                <a:lumMod val="75000"/>
                <a:shade val="67500"/>
                <a:satMod val="115000"/>
              </a:schemeClr>
            </a:gs>
            <a:gs pos="100000">
              <a:schemeClr val="accent2">
                <a:lumMod val="75000"/>
                <a:shade val="100000"/>
                <a:satMod val="115000"/>
              </a:schemeClr>
            </a:gs>
          </a:gsLst>
          <a:lin ang="2700000" scaled="1"/>
          <a:tileRect/>
        </a:gradFill>
        <a:ln>
          <a:solidFill>
            <a:srgbClr val="C00000"/>
          </a:solidFill>
        </a:ln>
      </dgm:spPr>
      <dgm:t>
        <a:bodyPr/>
        <a:lstStyle/>
        <a:p>
          <a:r>
            <a:rPr lang="en-GB" sz="1400" b="1" dirty="0">
              <a:latin typeface="Cambria" panose="02040503050406030204" pitchFamily="18" charset="0"/>
              <a:ea typeface="Cambria" panose="02040503050406030204" pitchFamily="18" charset="0"/>
            </a:rPr>
            <a:t>System Design</a:t>
          </a:r>
        </a:p>
        <a:p>
          <a:r>
            <a:rPr lang="en-GB" sz="1100" dirty="0">
              <a:latin typeface="Cambria" panose="02040503050406030204" pitchFamily="18" charset="0"/>
              <a:ea typeface="Cambria" panose="02040503050406030204" pitchFamily="18" charset="0"/>
            </a:rPr>
            <a:t>Designed access rules, database relationships, workflows and audit  chaining.</a:t>
          </a:r>
        </a:p>
      </dgm:t>
    </dgm:pt>
    <dgm:pt modelId="{603DFBA1-EA1D-4741-AF60-AB986E3F64D8}" type="parTrans" cxnId="{1997779E-4F58-427D-B0C0-FFE8EAD10FC4}">
      <dgm:prSet/>
      <dgm:spPr/>
      <dgm:t>
        <a:bodyPr/>
        <a:lstStyle/>
        <a:p>
          <a:endParaRPr lang="en-GB"/>
        </a:p>
      </dgm:t>
    </dgm:pt>
    <dgm:pt modelId="{A1E5851A-CC7B-4C16-B1DB-BAE8B76E2B00}" type="sibTrans" cxnId="{1997779E-4F58-427D-B0C0-FFE8EAD10FC4}">
      <dgm:prSet/>
      <dgm:spPr/>
      <dgm:t>
        <a:bodyPr/>
        <a:lstStyle/>
        <a:p>
          <a:endParaRPr lang="en-GB"/>
        </a:p>
      </dgm:t>
    </dgm:pt>
    <dgm:pt modelId="{17B90A61-A188-4528-90DE-159DA0FAB2A9}">
      <dgm:prSet phldrT="[Text]" phldr="0" custT="1"/>
      <dgm:spPr>
        <a:gradFill flip="none" rotWithShape="0">
          <a:gsLst>
            <a:gs pos="0">
              <a:schemeClr val="accent3">
                <a:lumMod val="60000"/>
                <a:lumOff val="40000"/>
                <a:shade val="30000"/>
                <a:satMod val="115000"/>
              </a:schemeClr>
            </a:gs>
            <a:gs pos="50000">
              <a:schemeClr val="accent3">
                <a:lumMod val="60000"/>
                <a:lumOff val="40000"/>
                <a:shade val="67500"/>
                <a:satMod val="115000"/>
              </a:schemeClr>
            </a:gs>
            <a:gs pos="100000">
              <a:schemeClr val="accent3">
                <a:lumMod val="60000"/>
                <a:lumOff val="40000"/>
                <a:shade val="100000"/>
                <a:satMod val="115000"/>
              </a:schemeClr>
            </a:gs>
          </a:gsLst>
          <a:lin ang="2700000" scaled="1"/>
          <a:tileRect/>
        </a:gradFill>
        <a:ln>
          <a:solidFill>
            <a:srgbClr val="C00000"/>
          </a:solidFill>
        </a:ln>
      </dgm:spPr>
      <dgm:t>
        <a:bodyPr/>
        <a:lstStyle/>
        <a:p>
          <a:r>
            <a:rPr lang="en-GB" sz="1400" b="1" dirty="0">
              <a:latin typeface="Cambria" panose="02040503050406030204" pitchFamily="18" charset="0"/>
              <a:ea typeface="Cambria" panose="02040503050406030204" pitchFamily="18" charset="0"/>
            </a:rPr>
            <a:t>Iterative Implementation</a:t>
          </a:r>
        </a:p>
        <a:p>
          <a:r>
            <a:rPr lang="en-GB" sz="1100" dirty="0">
              <a:latin typeface="Cambria" panose="02040503050406030204" pitchFamily="18" charset="0"/>
              <a:ea typeface="Cambria" panose="02040503050406030204" pitchFamily="18" charset="0"/>
            </a:rPr>
            <a:t>Built and refined the prototype using Flask, SQLite, HTML and CSS.</a:t>
          </a:r>
        </a:p>
      </dgm:t>
    </dgm:pt>
    <dgm:pt modelId="{686B9B29-AA64-417E-881E-DEA0AD2FDE42}" type="parTrans" cxnId="{07964B97-03C6-4178-BDD7-358C48A8108D}">
      <dgm:prSet/>
      <dgm:spPr/>
      <dgm:t>
        <a:bodyPr/>
        <a:lstStyle/>
        <a:p>
          <a:endParaRPr lang="en-GB"/>
        </a:p>
      </dgm:t>
    </dgm:pt>
    <dgm:pt modelId="{00B39206-F2CE-4C07-BB55-FAD8AA60E9B8}" type="sibTrans" cxnId="{07964B97-03C6-4178-BDD7-358C48A8108D}">
      <dgm:prSet/>
      <dgm:spPr/>
      <dgm:t>
        <a:bodyPr/>
        <a:lstStyle/>
        <a:p>
          <a:endParaRPr lang="en-GB"/>
        </a:p>
      </dgm:t>
    </dgm:pt>
    <dgm:pt modelId="{A8CA1251-283F-413A-94BA-98ED18438E72}">
      <dgm:prSet phldrT="[Text]" phldr="0" custT="1"/>
      <dgm:spPr>
        <a:gradFill flip="none" rotWithShape="0">
          <a:gsLst>
            <a:gs pos="0">
              <a:schemeClr val="accent4">
                <a:lumMod val="60000"/>
                <a:lumOff val="40000"/>
                <a:shade val="30000"/>
                <a:satMod val="115000"/>
              </a:schemeClr>
            </a:gs>
            <a:gs pos="50000">
              <a:schemeClr val="accent4">
                <a:lumMod val="60000"/>
                <a:lumOff val="40000"/>
                <a:shade val="67500"/>
                <a:satMod val="115000"/>
              </a:schemeClr>
            </a:gs>
            <a:gs pos="100000">
              <a:schemeClr val="accent4">
                <a:lumMod val="60000"/>
                <a:lumOff val="40000"/>
                <a:shade val="100000"/>
                <a:satMod val="115000"/>
              </a:schemeClr>
            </a:gs>
          </a:gsLst>
          <a:lin ang="2700000" scaled="1"/>
          <a:tileRect/>
        </a:gradFill>
        <a:ln>
          <a:solidFill>
            <a:srgbClr val="C00000"/>
          </a:solidFill>
        </a:ln>
      </dgm:spPr>
      <dgm:t>
        <a:bodyPr/>
        <a:lstStyle/>
        <a:p>
          <a:r>
            <a:rPr lang="en-GB" sz="1400" b="1" dirty="0">
              <a:latin typeface="Cambria" panose="02040503050406030204" pitchFamily="18" charset="0"/>
              <a:ea typeface="Cambria" panose="02040503050406030204" pitchFamily="18" charset="0"/>
            </a:rPr>
            <a:t>Security Testing</a:t>
          </a:r>
        </a:p>
        <a:p>
          <a:r>
            <a:rPr lang="en-GB" sz="1100" dirty="0">
              <a:latin typeface="Cambria" panose="02040503050406030204" pitchFamily="18" charset="0"/>
              <a:ea typeface="Cambria" panose="02040503050406030204" pitchFamily="18" charset="0"/>
            </a:rPr>
            <a:t>Conducted ten manual scenarios covering authentication, authorisation, auditing and sessions.</a:t>
          </a:r>
        </a:p>
      </dgm:t>
    </dgm:pt>
    <dgm:pt modelId="{1EE34D36-C5DA-4195-8264-FF16CA90A6C5}" type="parTrans" cxnId="{46BE0C22-8B9A-400F-8DAC-C087C3081A82}">
      <dgm:prSet/>
      <dgm:spPr/>
      <dgm:t>
        <a:bodyPr/>
        <a:lstStyle/>
        <a:p>
          <a:endParaRPr lang="en-GB"/>
        </a:p>
      </dgm:t>
    </dgm:pt>
    <dgm:pt modelId="{0739597D-1B1B-456F-9FA8-E6DA20150CE1}" type="sibTrans" cxnId="{46BE0C22-8B9A-400F-8DAC-C087C3081A82}">
      <dgm:prSet/>
      <dgm:spPr/>
      <dgm:t>
        <a:bodyPr/>
        <a:lstStyle/>
        <a:p>
          <a:endParaRPr lang="en-GB"/>
        </a:p>
      </dgm:t>
    </dgm:pt>
    <dgm:pt modelId="{CC0DAC92-ADE5-48DF-A5D2-EE1731B743BF}" type="pres">
      <dgm:prSet presAssocID="{A7B4353D-C814-43F7-A3B7-5ABE291E839D}" presName="Name0" presStyleCnt="0">
        <dgm:presLayoutVars>
          <dgm:dir/>
          <dgm:animLvl val="lvl"/>
          <dgm:resizeHandles val="exact"/>
        </dgm:presLayoutVars>
      </dgm:prSet>
      <dgm:spPr/>
    </dgm:pt>
    <dgm:pt modelId="{B0F00273-6225-442B-B43E-5FE2BF9A4AB9}" type="pres">
      <dgm:prSet presAssocID="{12AA2E1C-D794-4A84-B346-F6E2C6E103EA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CFD1C8ED-03CF-4E8A-B044-9D13BA33EDFE}" type="pres">
      <dgm:prSet presAssocID="{6D2B8E13-C531-4912-8DE5-CE4571B5A875}" presName="parTxOnlySpace" presStyleCnt="0"/>
      <dgm:spPr/>
    </dgm:pt>
    <dgm:pt modelId="{1631B02C-0199-443A-B994-AF4B982B4372}" type="pres">
      <dgm:prSet presAssocID="{38494D69-F8C1-450A-87DE-D0D02727E8BC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E69CDB37-9717-4597-ACF1-43E7CA1D1EF0}" type="pres">
      <dgm:prSet presAssocID="{A1E5851A-CC7B-4C16-B1DB-BAE8B76E2B00}" presName="parTxOnlySpace" presStyleCnt="0"/>
      <dgm:spPr/>
    </dgm:pt>
    <dgm:pt modelId="{C181E270-1CCF-458E-B331-BAC5E3BE4A8C}" type="pres">
      <dgm:prSet presAssocID="{17B90A61-A188-4528-90DE-159DA0FAB2A9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DDAFC9CD-547A-4C59-8A4D-9EBFDC8E1CF5}" type="pres">
      <dgm:prSet presAssocID="{00B39206-F2CE-4C07-BB55-FAD8AA60E9B8}" presName="parTxOnlySpace" presStyleCnt="0"/>
      <dgm:spPr/>
    </dgm:pt>
    <dgm:pt modelId="{9C2A32E9-EFBE-4DAE-9CAE-4619EB661BF6}" type="pres">
      <dgm:prSet presAssocID="{A8CA1251-283F-413A-94BA-98ED18438E72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3BEBC53C-4DDB-4E18-B176-47F05CFC3756}" type="pres">
      <dgm:prSet presAssocID="{0739597D-1B1B-456F-9FA8-E6DA20150CE1}" presName="parTxOnlySpace" presStyleCnt="0"/>
      <dgm:spPr/>
    </dgm:pt>
    <dgm:pt modelId="{B6900944-DCC8-4E22-A6E7-893DA9900BF8}" type="pres">
      <dgm:prSet presAssocID="{470067BF-3CF6-405D-86F8-7D8B560E4205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E0395400-CC86-4BC9-B8BC-39C3F6C9DB86}" type="presOf" srcId="{38494D69-F8C1-450A-87DE-D0D02727E8BC}" destId="{1631B02C-0199-443A-B994-AF4B982B4372}" srcOrd="0" destOrd="0" presId="urn:microsoft.com/office/officeart/2005/8/layout/chevron1"/>
    <dgm:cxn modelId="{8BBE121E-5355-4DDC-9F5B-8B7A24BA1AC9}" srcId="{A7B4353D-C814-43F7-A3B7-5ABE291E839D}" destId="{470067BF-3CF6-405D-86F8-7D8B560E4205}" srcOrd="4" destOrd="0" parTransId="{AF637C66-C6CE-4843-8C6F-C3D72A9D6E68}" sibTransId="{A5EBEBB1-5E19-43CB-8C01-2DCC0B803308}"/>
    <dgm:cxn modelId="{46BE0C22-8B9A-400F-8DAC-C087C3081A82}" srcId="{A7B4353D-C814-43F7-A3B7-5ABE291E839D}" destId="{A8CA1251-283F-413A-94BA-98ED18438E72}" srcOrd="3" destOrd="0" parTransId="{1EE34D36-C5DA-4195-8264-FF16CA90A6C5}" sibTransId="{0739597D-1B1B-456F-9FA8-E6DA20150CE1}"/>
    <dgm:cxn modelId="{4F709536-F662-48EF-85DA-CA3FB78EFA51}" srcId="{A7B4353D-C814-43F7-A3B7-5ABE291E839D}" destId="{12AA2E1C-D794-4A84-B346-F6E2C6E103EA}" srcOrd="0" destOrd="0" parTransId="{C7793DF0-A55D-414D-9430-43F0D381B754}" sibTransId="{6D2B8E13-C531-4912-8DE5-CE4571B5A875}"/>
    <dgm:cxn modelId="{028DD476-4850-4E12-A629-120E3C464DB3}" type="presOf" srcId="{470067BF-3CF6-405D-86F8-7D8B560E4205}" destId="{B6900944-DCC8-4E22-A6E7-893DA9900BF8}" srcOrd="0" destOrd="0" presId="urn:microsoft.com/office/officeart/2005/8/layout/chevron1"/>
    <dgm:cxn modelId="{85ED4491-BE07-4E8C-B80C-FA3A4A79AFA7}" type="presOf" srcId="{A7B4353D-C814-43F7-A3B7-5ABE291E839D}" destId="{CC0DAC92-ADE5-48DF-A5D2-EE1731B743BF}" srcOrd="0" destOrd="0" presId="urn:microsoft.com/office/officeart/2005/8/layout/chevron1"/>
    <dgm:cxn modelId="{07964B97-03C6-4178-BDD7-358C48A8108D}" srcId="{A7B4353D-C814-43F7-A3B7-5ABE291E839D}" destId="{17B90A61-A188-4528-90DE-159DA0FAB2A9}" srcOrd="2" destOrd="0" parTransId="{686B9B29-AA64-417E-881E-DEA0AD2FDE42}" sibTransId="{00B39206-F2CE-4C07-BB55-FAD8AA60E9B8}"/>
    <dgm:cxn modelId="{1997779E-4F58-427D-B0C0-FFE8EAD10FC4}" srcId="{A7B4353D-C814-43F7-A3B7-5ABE291E839D}" destId="{38494D69-F8C1-450A-87DE-D0D02727E8BC}" srcOrd="1" destOrd="0" parTransId="{603DFBA1-EA1D-4741-AF60-AB986E3F64D8}" sibTransId="{A1E5851A-CC7B-4C16-B1DB-BAE8B76E2B00}"/>
    <dgm:cxn modelId="{8E11F7AB-B4D1-49C0-A018-30B7D9785AC1}" type="presOf" srcId="{A8CA1251-283F-413A-94BA-98ED18438E72}" destId="{9C2A32E9-EFBE-4DAE-9CAE-4619EB661BF6}" srcOrd="0" destOrd="0" presId="urn:microsoft.com/office/officeart/2005/8/layout/chevron1"/>
    <dgm:cxn modelId="{8A99A9BF-C704-4A0E-8DC8-19C802AA7630}" type="presOf" srcId="{12AA2E1C-D794-4A84-B346-F6E2C6E103EA}" destId="{B0F00273-6225-442B-B43E-5FE2BF9A4AB9}" srcOrd="0" destOrd="0" presId="urn:microsoft.com/office/officeart/2005/8/layout/chevron1"/>
    <dgm:cxn modelId="{333B24F9-72FB-4CF2-9AC2-502159CEE8BB}" type="presOf" srcId="{17B90A61-A188-4528-90DE-159DA0FAB2A9}" destId="{C181E270-1CCF-458E-B331-BAC5E3BE4A8C}" srcOrd="0" destOrd="0" presId="urn:microsoft.com/office/officeart/2005/8/layout/chevron1"/>
    <dgm:cxn modelId="{60756EC7-62E7-445A-AF7D-75A5555F0E40}" type="presParOf" srcId="{CC0DAC92-ADE5-48DF-A5D2-EE1731B743BF}" destId="{B0F00273-6225-442B-B43E-5FE2BF9A4AB9}" srcOrd="0" destOrd="0" presId="urn:microsoft.com/office/officeart/2005/8/layout/chevron1"/>
    <dgm:cxn modelId="{73B8362A-A69E-4460-AD24-EDCD13BB6A7A}" type="presParOf" srcId="{CC0DAC92-ADE5-48DF-A5D2-EE1731B743BF}" destId="{CFD1C8ED-03CF-4E8A-B044-9D13BA33EDFE}" srcOrd="1" destOrd="0" presId="urn:microsoft.com/office/officeart/2005/8/layout/chevron1"/>
    <dgm:cxn modelId="{4E650938-8C7F-4343-AEAC-84E72497398B}" type="presParOf" srcId="{CC0DAC92-ADE5-48DF-A5D2-EE1731B743BF}" destId="{1631B02C-0199-443A-B994-AF4B982B4372}" srcOrd="2" destOrd="0" presId="urn:microsoft.com/office/officeart/2005/8/layout/chevron1"/>
    <dgm:cxn modelId="{3D4845C0-00F6-4D0F-BD3D-ACDE61803958}" type="presParOf" srcId="{CC0DAC92-ADE5-48DF-A5D2-EE1731B743BF}" destId="{E69CDB37-9717-4597-ACF1-43E7CA1D1EF0}" srcOrd="3" destOrd="0" presId="urn:microsoft.com/office/officeart/2005/8/layout/chevron1"/>
    <dgm:cxn modelId="{C27F3B43-4A31-43C6-B7AE-F3066ED66E83}" type="presParOf" srcId="{CC0DAC92-ADE5-48DF-A5D2-EE1731B743BF}" destId="{C181E270-1CCF-458E-B331-BAC5E3BE4A8C}" srcOrd="4" destOrd="0" presId="urn:microsoft.com/office/officeart/2005/8/layout/chevron1"/>
    <dgm:cxn modelId="{4C21E4CE-3CA9-4E7F-ACB9-1C3AB70BA90A}" type="presParOf" srcId="{CC0DAC92-ADE5-48DF-A5D2-EE1731B743BF}" destId="{DDAFC9CD-547A-4C59-8A4D-9EBFDC8E1CF5}" srcOrd="5" destOrd="0" presId="urn:microsoft.com/office/officeart/2005/8/layout/chevron1"/>
    <dgm:cxn modelId="{C19EA82E-FD15-40B6-A164-1318FFF438B7}" type="presParOf" srcId="{CC0DAC92-ADE5-48DF-A5D2-EE1731B743BF}" destId="{9C2A32E9-EFBE-4DAE-9CAE-4619EB661BF6}" srcOrd="6" destOrd="0" presId="urn:microsoft.com/office/officeart/2005/8/layout/chevron1"/>
    <dgm:cxn modelId="{52663733-64A4-4555-AC6A-BB77B300FDE2}" type="presParOf" srcId="{CC0DAC92-ADE5-48DF-A5D2-EE1731B743BF}" destId="{3BEBC53C-4DDB-4E18-B176-47F05CFC3756}" srcOrd="7" destOrd="0" presId="urn:microsoft.com/office/officeart/2005/8/layout/chevron1"/>
    <dgm:cxn modelId="{C492EFAA-EFC6-4712-AD3D-69267AEA060B}" type="presParOf" srcId="{CC0DAC92-ADE5-48DF-A5D2-EE1731B743BF}" destId="{B6900944-DCC8-4E22-A6E7-893DA9900BF8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F00273-6225-442B-B43E-5FE2BF9A4AB9}">
      <dsp:nvSpPr>
        <dsp:cNvPr id="0" name=""/>
        <dsp:cNvSpPr/>
      </dsp:nvSpPr>
      <dsp:spPr>
        <a:xfrm>
          <a:off x="2947" y="1491650"/>
          <a:ext cx="2622865" cy="1049146"/>
        </a:xfrm>
        <a:prstGeom prst="chevron">
          <a:avLst/>
        </a:prstGeom>
        <a:gradFill flip="none" rotWithShape="0">
          <a:gsLst>
            <a:gs pos="0">
              <a:schemeClr val="tx2">
                <a:lumMod val="50000"/>
                <a:shade val="30000"/>
                <a:satMod val="115000"/>
              </a:schemeClr>
            </a:gs>
            <a:gs pos="50000">
              <a:schemeClr val="tx2">
                <a:lumMod val="50000"/>
                <a:shade val="67500"/>
                <a:satMod val="115000"/>
              </a:schemeClr>
            </a:gs>
            <a:gs pos="100000">
              <a:schemeClr val="tx2">
                <a:lumMod val="50000"/>
                <a:shade val="100000"/>
                <a:satMod val="115000"/>
              </a:schemeClr>
            </a:gs>
          </a:gsLst>
          <a:lin ang="2700000" scaled="1"/>
          <a:tileRect/>
        </a:gradFill>
        <a:ln w="1270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>
              <a:latin typeface="Cambria" panose="02040503050406030204" pitchFamily="18" charset="0"/>
              <a:ea typeface="Cambria" panose="02040503050406030204" pitchFamily="18" charset="0"/>
            </a:rPr>
            <a:t>Literature and Requirements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>
              <a:latin typeface="Cambria" panose="02040503050406030204" pitchFamily="18" charset="0"/>
              <a:ea typeface="Cambria" panose="02040503050406030204" pitchFamily="18" charset="0"/>
            </a:rPr>
            <a:t>Defined the security problem, roles and evaluation criteria.</a:t>
          </a:r>
        </a:p>
      </dsp:txBody>
      <dsp:txXfrm>
        <a:off x="527520" y="1491650"/>
        <a:ext cx="1573719" cy="1049146"/>
      </dsp:txXfrm>
    </dsp:sp>
    <dsp:sp modelId="{1631B02C-0199-443A-B994-AF4B982B4372}">
      <dsp:nvSpPr>
        <dsp:cNvPr id="0" name=""/>
        <dsp:cNvSpPr/>
      </dsp:nvSpPr>
      <dsp:spPr>
        <a:xfrm>
          <a:off x="2363526" y="1491650"/>
          <a:ext cx="2622865" cy="1049146"/>
        </a:xfrm>
        <a:prstGeom prst="chevron">
          <a:avLst/>
        </a:prstGeom>
        <a:gradFill flip="none" rotWithShape="0">
          <a:gsLst>
            <a:gs pos="0">
              <a:schemeClr val="accent2">
                <a:lumMod val="75000"/>
                <a:shade val="30000"/>
                <a:satMod val="115000"/>
              </a:schemeClr>
            </a:gs>
            <a:gs pos="50000">
              <a:schemeClr val="accent2">
                <a:lumMod val="75000"/>
                <a:shade val="67500"/>
                <a:satMod val="115000"/>
              </a:schemeClr>
            </a:gs>
            <a:gs pos="100000">
              <a:schemeClr val="accent2">
                <a:lumMod val="75000"/>
                <a:shade val="100000"/>
                <a:satMod val="115000"/>
              </a:schemeClr>
            </a:gs>
          </a:gsLst>
          <a:lin ang="2700000" scaled="1"/>
          <a:tileRect/>
        </a:gradFill>
        <a:ln w="1270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>
              <a:latin typeface="Cambria" panose="02040503050406030204" pitchFamily="18" charset="0"/>
              <a:ea typeface="Cambria" panose="02040503050406030204" pitchFamily="18" charset="0"/>
            </a:rPr>
            <a:t>System Design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>
              <a:latin typeface="Cambria" panose="02040503050406030204" pitchFamily="18" charset="0"/>
              <a:ea typeface="Cambria" panose="02040503050406030204" pitchFamily="18" charset="0"/>
            </a:rPr>
            <a:t>Designed access rules, database relationships, workflows and audit  chaining.</a:t>
          </a:r>
        </a:p>
      </dsp:txBody>
      <dsp:txXfrm>
        <a:off x="2888099" y="1491650"/>
        <a:ext cx="1573719" cy="1049146"/>
      </dsp:txXfrm>
    </dsp:sp>
    <dsp:sp modelId="{C181E270-1CCF-458E-B331-BAC5E3BE4A8C}">
      <dsp:nvSpPr>
        <dsp:cNvPr id="0" name=""/>
        <dsp:cNvSpPr/>
      </dsp:nvSpPr>
      <dsp:spPr>
        <a:xfrm>
          <a:off x="4724105" y="1491650"/>
          <a:ext cx="2622865" cy="1049146"/>
        </a:xfrm>
        <a:prstGeom prst="chevron">
          <a:avLst/>
        </a:prstGeom>
        <a:gradFill flip="none" rotWithShape="0">
          <a:gsLst>
            <a:gs pos="0">
              <a:schemeClr val="accent3">
                <a:lumMod val="60000"/>
                <a:lumOff val="40000"/>
                <a:shade val="30000"/>
                <a:satMod val="115000"/>
              </a:schemeClr>
            </a:gs>
            <a:gs pos="50000">
              <a:schemeClr val="accent3">
                <a:lumMod val="60000"/>
                <a:lumOff val="40000"/>
                <a:shade val="67500"/>
                <a:satMod val="115000"/>
              </a:schemeClr>
            </a:gs>
            <a:gs pos="100000">
              <a:schemeClr val="accent3">
                <a:lumMod val="60000"/>
                <a:lumOff val="40000"/>
                <a:shade val="100000"/>
                <a:satMod val="115000"/>
              </a:schemeClr>
            </a:gs>
          </a:gsLst>
          <a:lin ang="2700000" scaled="1"/>
          <a:tileRect/>
        </a:gradFill>
        <a:ln w="1270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>
              <a:latin typeface="Cambria" panose="02040503050406030204" pitchFamily="18" charset="0"/>
              <a:ea typeface="Cambria" panose="02040503050406030204" pitchFamily="18" charset="0"/>
            </a:rPr>
            <a:t>Iterative Implementation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>
              <a:latin typeface="Cambria" panose="02040503050406030204" pitchFamily="18" charset="0"/>
              <a:ea typeface="Cambria" panose="02040503050406030204" pitchFamily="18" charset="0"/>
            </a:rPr>
            <a:t>Built and refined the prototype using Flask, SQLite, HTML and CSS.</a:t>
          </a:r>
        </a:p>
      </dsp:txBody>
      <dsp:txXfrm>
        <a:off x="5248678" y="1491650"/>
        <a:ext cx="1573719" cy="1049146"/>
      </dsp:txXfrm>
    </dsp:sp>
    <dsp:sp modelId="{9C2A32E9-EFBE-4DAE-9CAE-4619EB661BF6}">
      <dsp:nvSpPr>
        <dsp:cNvPr id="0" name=""/>
        <dsp:cNvSpPr/>
      </dsp:nvSpPr>
      <dsp:spPr>
        <a:xfrm>
          <a:off x="7084684" y="1491650"/>
          <a:ext cx="2622865" cy="1049146"/>
        </a:xfrm>
        <a:prstGeom prst="chevron">
          <a:avLst/>
        </a:prstGeom>
        <a:gradFill flip="none" rotWithShape="0">
          <a:gsLst>
            <a:gs pos="0">
              <a:schemeClr val="accent4">
                <a:lumMod val="60000"/>
                <a:lumOff val="40000"/>
                <a:shade val="30000"/>
                <a:satMod val="115000"/>
              </a:schemeClr>
            </a:gs>
            <a:gs pos="50000">
              <a:schemeClr val="accent4">
                <a:lumMod val="60000"/>
                <a:lumOff val="40000"/>
                <a:shade val="67500"/>
                <a:satMod val="115000"/>
              </a:schemeClr>
            </a:gs>
            <a:gs pos="100000">
              <a:schemeClr val="accent4">
                <a:lumMod val="60000"/>
                <a:lumOff val="40000"/>
                <a:shade val="100000"/>
                <a:satMod val="115000"/>
              </a:schemeClr>
            </a:gs>
          </a:gsLst>
          <a:lin ang="2700000" scaled="1"/>
          <a:tileRect/>
        </a:gradFill>
        <a:ln w="1270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>
              <a:latin typeface="Cambria" panose="02040503050406030204" pitchFamily="18" charset="0"/>
              <a:ea typeface="Cambria" panose="02040503050406030204" pitchFamily="18" charset="0"/>
            </a:rPr>
            <a:t>Security Testing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>
              <a:latin typeface="Cambria" panose="02040503050406030204" pitchFamily="18" charset="0"/>
              <a:ea typeface="Cambria" panose="02040503050406030204" pitchFamily="18" charset="0"/>
            </a:rPr>
            <a:t>Conducted ten manual scenarios covering authentication, authorisation, auditing and sessions.</a:t>
          </a:r>
        </a:p>
      </dsp:txBody>
      <dsp:txXfrm>
        <a:off x="7609257" y="1491650"/>
        <a:ext cx="1573719" cy="1049146"/>
      </dsp:txXfrm>
    </dsp:sp>
    <dsp:sp modelId="{B6900944-DCC8-4E22-A6E7-893DA9900BF8}">
      <dsp:nvSpPr>
        <dsp:cNvPr id="0" name=""/>
        <dsp:cNvSpPr/>
      </dsp:nvSpPr>
      <dsp:spPr>
        <a:xfrm>
          <a:off x="9445264" y="1491650"/>
          <a:ext cx="2622865" cy="1049146"/>
        </a:xfrm>
        <a:prstGeom prst="chevron">
          <a:avLst/>
        </a:prstGeom>
        <a:gradFill flip="none" rotWithShape="0">
          <a:gsLst>
            <a:gs pos="0">
              <a:schemeClr val="accent1">
                <a:lumMod val="60000"/>
                <a:lumOff val="40000"/>
                <a:shade val="30000"/>
                <a:satMod val="115000"/>
              </a:schemeClr>
            </a:gs>
            <a:gs pos="50000">
              <a:schemeClr val="accent1">
                <a:lumMod val="60000"/>
                <a:lumOff val="40000"/>
                <a:shade val="67500"/>
                <a:satMod val="115000"/>
              </a:schemeClr>
            </a:gs>
            <a:gs pos="100000">
              <a:schemeClr val="accent1">
                <a:lumMod val="60000"/>
                <a:lumOff val="40000"/>
                <a:shade val="100000"/>
                <a:satMod val="115000"/>
              </a:schemeClr>
            </a:gs>
          </a:gsLst>
          <a:lin ang="2700000" scaled="1"/>
          <a:tileRect/>
        </a:gradFill>
        <a:ln w="1270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>
              <a:latin typeface="Cambria" panose="02040503050406030204" pitchFamily="18" charset="0"/>
              <a:ea typeface="Cambria" panose="02040503050406030204" pitchFamily="18" charset="0"/>
            </a:rPr>
            <a:t>Cryptographic Evaluation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>
              <a:latin typeface="Cambria" panose="02040503050406030204" pitchFamily="18" charset="0"/>
              <a:ea typeface="Cambria" panose="02040503050406030204" pitchFamily="18" charset="0"/>
            </a:rPr>
            <a:t>Compared SHA-256 and ML-DSA-44 using repeated timing, storage and tamper-detection tests.</a:t>
          </a:r>
        </a:p>
      </dsp:txBody>
      <dsp:txXfrm>
        <a:off x="9969837" y="1491650"/>
        <a:ext cx="1573719" cy="10491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88EAF-6ECA-4616-85EF-35AA19C641F3}" type="datetimeFigureOut">
              <a:rPr lang="en-US"/>
              <a:t>8/20/2026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912AB-2776-42F2-A957-313FC7EFEDB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/>
              <a:t>8/20/2026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229600" cy="28956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3" y="4800600"/>
            <a:ext cx="8229600" cy="1219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8/20/2026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614" y="2514600"/>
            <a:ext cx="8692399" cy="28194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 b="0" cap="none" baseline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5410200"/>
            <a:ext cx="8687333" cy="6096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8/20/2026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4781" y="1905001"/>
            <a:ext cx="4419599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9183" y="1905001"/>
            <a:ext cx="4419600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8/20/2026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8/20/2026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8/20/2026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8/20/2026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1414" y="685800"/>
            <a:ext cx="6400800" cy="5334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8/20/2026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b="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951414" y="685800"/>
            <a:ext cx="6400799" cy="5334000"/>
          </a:xfrm>
          <a:solidFill>
            <a:schemeClr val="bg2"/>
          </a:solidFill>
          <a:ln w="76200">
            <a:solidFill>
              <a:schemeClr val="tx1"/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8/20/2026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8/20/2026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2412" y="381001"/>
            <a:ext cx="1524001" cy="56388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2" y="381001"/>
            <a:ext cx="7391399" cy="56388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8/20/2026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4999"/>
            <a:ext cx="9134391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655319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6422" y="6400800"/>
            <a:ext cx="144938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41C87-7AD9-4845-A077-840E4A0F3F06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1" y="6400800"/>
            <a:ext cx="838201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31775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2625" indent="-21907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02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486104" y="1340768"/>
            <a:ext cx="7992888" cy="2592288"/>
          </a:xfrm>
        </p:spPr>
        <p:txBody>
          <a:bodyPr>
            <a:normAutofit fontScale="90000"/>
          </a:bodyPr>
          <a:lstStyle/>
          <a:p>
            <a:br>
              <a:rPr lang="en-GB" noProof="0" dirty="0"/>
            </a:br>
            <a:r>
              <a:rPr lang="en-GB" sz="4000" noProof="0" dirty="0">
                <a:latin typeface="Georgia" panose="02040502050405020303" pitchFamily="18" charset="0"/>
              </a:rPr>
              <a:t>Design and Evaluation of a Secure Web-Based Access Control and Tamper-Evident Audit Logging Framework for Simulated Electronic Health Records</a:t>
            </a:r>
            <a:endParaRPr lang="en-GB" noProof="0" dirty="0">
              <a:latin typeface="Georgia" panose="02040502050405020303" pitchFamily="18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481134" y="4509120"/>
            <a:ext cx="6117333" cy="1512168"/>
          </a:xfrm>
        </p:spPr>
        <p:txBody>
          <a:bodyPr>
            <a:normAutofit fontScale="92500" lnSpcReduction="10000"/>
          </a:bodyPr>
          <a:lstStyle/>
          <a:p>
            <a:r>
              <a:rPr lang="en-GB" cap="none" noProof="0" dirty="0" err="1">
                <a:solidFill>
                  <a:schemeClr val="bg2">
                    <a:lumMod val="10000"/>
                    <a:lumOff val="9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Msc</a:t>
            </a:r>
            <a:r>
              <a:rPr lang="en-GB" cap="none" noProof="0" dirty="0">
                <a:solidFill>
                  <a:schemeClr val="bg2">
                    <a:lumMod val="10000"/>
                    <a:lumOff val="9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Cyber Security Project - Presentation</a:t>
            </a:r>
          </a:p>
          <a:p>
            <a:endParaRPr lang="en-GB" cap="none" noProof="0" dirty="0">
              <a:solidFill>
                <a:schemeClr val="bg2">
                  <a:lumMod val="10000"/>
                  <a:lumOff val="9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GB" cap="none" noProof="0" dirty="0">
                <a:solidFill>
                  <a:schemeClr val="bg2">
                    <a:lumMod val="10000"/>
                    <a:lumOff val="9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Name: Ruth Sara Shajan</a:t>
            </a:r>
          </a:p>
          <a:p>
            <a:r>
              <a:rPr lang="en-GB" cap="none" noProof="0" dirty="0">
                <a:solidFill>
                  <a:schemeClr val="bg2">
                    <a:lumMod val="10000"/>
                    <a:lumOff val="9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Banner ID: B01828711</a:t>
            </a:r>
          </a:p>
          <a:p>
            <a:r>
              <a:rPr lang="en-GB" cap="none" noProof="0" dirty="0">
                <a:solidFill>
                  <a:schemeClr val="bg2">
                    <a:lumMod val="10000"/>
                    <a:lumOff val="9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Supervisor: Dr Raman Singh</a:t>
            </a:r>
          </a:p>
          <a:p>
            <a:r>
              <a:rPr lang="en-GB" cap="none" noProof="0" dirty="0">
                <a:solidFill>
                  <a:schemeClr val="bg2">
                    <a:lumMod val="10000"/>
                    <a:lumOff val="9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Date: 21 August 2026</a:t>
            </a:r>
          </a:p>
        </p:txBody>
      </p:sp>
    </p:spTree>
    <p:extLst>
      <p:ext uri="{BB962C8B-B14F-4D97-AF65-F5344CB8AC3E}">
        <p14:creationId xmlns:p14="http://schemas.microsoft.com/office/powerpoint/2010/main" val="280892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989956" y="188640"/>
            <a:ext cx="8208912" cy="648072"/>
          </a:xfrm>
        </p:spPr>
        <p:txBody>
          <a:bodyPr>
            <a:normAutofit fontScale="90000"/>
          </a:bodyPr>
          <a:lstStyle/>
          <a:p>
            <a:r>
              <a:rPr lang="en-GB" sz="3200" b="1" noProof="0" dirty="0">
                <a:latin typeface="Georgia" panose="02040502050405020303" pitchFamily="18" charset="0"/>
              </a:rPr>
              <a:t>Research Problem, Aim and Objectives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837828" y="980728"/>
            <a:ext cx="10729192" cy="583264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GB" sz="1800" b="1" noProof="0" dirty="0">
                <a:ea typeface="Cambria" panose="02040503050406030204" pitchFamily="18" charset="0"/>
              </a:rPr>
              <a:t>Research Problem:</a:t>
            </a:r>
          </a:p>
          <a:p>
            <a:pPr marL="231775" lvl="1" indent="0" algn="just">
              <a:lnSpc>
                <a:spcPct val="100000"/>
              </a:lnSpc>
              <a:buNone/>
            </a:pPr>
            <a:r>
              <a:rPr lang="en-GB" sz="1800" noProof="0" dirty="0">
                <a:ea typeface="Cambria" panose="02040503050406030204" pitchFamily="18" charset="0"/>
              </a:rPr>
              <a:t>RBAC alone can grant overly broad access to EHR records, while mutable audit logs cannot reliably demonstrate that event history remains unchanged.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1800" b="1" noProof="0" dirty="0">
                <a:ea typeface="Cambria" panose="02040503050406030204" pitchFamily="18" charset="0"/>
              </a:rPr>
              <a:t>Research Question:</a:t>
            </a:r>
          </a:p>
          <a:p>
            <a:pPr marL="239712" lvl="1" indent="0" algn="just">
              <a:lnSpc>
                <a:spcPct val="100000"/>
              </a:lnSpc>
              <a:buNone/>
            </a:pPr>
            <a:r>
              <a:rPr lang="en-GB" sz="1800" noProof="0" dirty="0">
                <a:ea typeface="Cambria" panose="02040503050406030204" pitchFamily="18" charset="0"/>
              </a:rPr>
              <a:t>To what extent can a secure web-based access-control prototype enforce role-based permissions and maintain a tamper-evident audit history for simulated EHRs, and how do SHA-256 and ML-DSA compare in integrity, authenticity, processing time and storage overhead?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1800" b="1" noProof="0" dirty="0">
                <a:ea typeface="Cambria" panose="02040503050406030204" pitchFamily="18" charset="0"/>
              </a:rPr>
              <a:t>Aim:</a:t>
            </a:r>
          </a:p>
          <a:p>
            <a:pPr marL="239712" lvl="1" indent="0" algn="just">
              <a:lnSpc>
                <a:spcPct val="100000"/>
              </a:lnSpc>
              <a:buNone/>
            </a:pPr>
            <a:r>
              <a:rPr lang="en-GB" sz="1800" noProof="0" dirty="0">
                <a:ea typeface="Cambria" panose="02040503050406030204" pitchFamily="18" charset="0"/>
              </a:rPr>
              <a:t>Design, implement and evaluate a Fl</a:t>
            </a:r>
            <a:r>
              <a:rPr lang="en-GB" sz="1800" dirty="0">
                <a:ea typeface="Cambria" panose="02040503050406030204" pitchFamily="18" charset="0"/>
              </a:rPr>
              <a:t>ask/SQLite simulated EHR using fictional data, five-role access control, record-level authorisation and SHA-256 tamper-evident audit logging.</a:t>
            </a:r>
            <a:endParaRPr lang="en-GB" sz="1800" noProof="0" dirty="0">
              <a:ea typeface="Cambria" panose="020405030504060302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1800" b="1" noProof="0" dirty="0">
                <a:ea typeface="Cambria" panose="02040503050406030204" pitchFamily="18" charset="0"/>
              </a:rPr>
              <a:t>Objectives:</a:t>
            </a:r>
          </a:p>
          <a:p>
            <a:pPr lvl="1" algn="just">
              <a:lnSpc>
                <a:spcPct val="100000"/>
              </a:lnSpc>
            </a:pPr>
            <a:r>
              <a:rPr lang="en-GB" sz="1800" noProof="0" dirty="0">
                <a:ea typeface="Cambria" panose="02040503050406030204" pitchFamily="18" charset="0"/>
              </a:rPr>
              <a:t>Enforce patient ownership and patient-clinician assignment checks.</a:t>
            </a:r>
          </a:p>
          <a:p>
            <a:pPr lvl="1" algn="just">
              <a:lnSpc>
                <a:spcPct val="100000"/>
              </a:lnSpc>
            </a:pPr>
            <a:r>
              <a:rPr lang="en-GB" sz="1800" noProof="0" dirty="0">
                <a:ea typeface="Cambria" panose="02040503050406030204" pitchFamily="18" charset="0"/>
              </a:rPr>
              <a:t>Record and verify structured security events through a SHA-256 hash chain.</a:t>
            </a:r>
          </a:p>
          <a:p>
            <a:pPr lvl="1" algn="just">
              <a:lnSpc>
                <a:spcPct val="100000"/>
              </a:lnSpc>
            </a:pPr>
            <a:r>
              <a:rPr lang="en-GB" sz="1800" noProof="0" dirty="0">
                <a:ea typeface="Cambria" panose="02040503050406030204" pitchFamily="18" charset="0"/>
              </a:rPr>
              <a:t>Test ten security scenarios and separately benchmark SHA-256 and ML-DSA-44 for processing time, storage and tamper detection.</a:t>
            </a:r>
          </a:p>
        </p:txBody>
      </p:sp>
    </p:spTree>
    <p:extLst>
      <p:ext uri="{BB962C8B-B14F-4D97-AF65-F5344CB8AC3E}">
        <p14:creationId xmlns:p14="http://schemas.microsoft.com/office/powerpoint/2010/main" val="213913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5288E-31B0-3662-116A-5A103126E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1F634B7-20B8-9F12-F436-BFBF7D001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076" y="296652"/>
            <a:ext cx="8856984" cy="648072"/>
          </a:xfrm>
        </p:spPr>
        <p:txBody>
          <a:bodyPr>
            <a:noAutofit/>
          </a:bodyPr>
          <a:lstStyle/>
          <a:p>
            <a:r>
              <a:rPr lang="en-GB" sz="3200" b="1" noProof="0" dirty="0">
                <a:latin typeface="Georgia" panose="02040502050405020303" pitchFamily="18" charset="0"/>
              </a:rPr>
              <a:t>Literature Review and Identified Gap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15551AB-D6D1-2F68-ADFF-A892351A7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804" y="1412776"/>
            <a:ext cx="11053228" cy="3096344"/>
          </a:xfrm>
        </p:spPr>
        <p:txBody>
          <a:bodyPr numCol="3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GB" sz="2200" b="1" noProof="0" dirty="0">
                <a:solidFill>
                  <a:schemeClr val="bg2">
                    <a:lumMod val="10000"/>
                    <a:lumOff val="90000"/>
                  </a:schemeClr>
                </a:solidFill>
                <a:ea typeface="Cambria" panose="02040503050406030204" pitchFamily="18" charset="0"/>
              </a:rPr>
              <a:t>Access Control</a:t>
            </a:r>
          </a:p>
          <a:p>
            <a:pPr marL="525462" lvl="1" indent="-285750">
              <a:lnSpc>
                <a:spcPct val="100000"/>
              </a:lnSpc>
            </a:pPr>
            <a:r>
              <a:rPr lang="en-GB" sz="1600" noProof="0" dirty="0">
                <a:ea typeface="Cambria" panose="02040503050406030204" pitchFamily="18" charset="0"/>
              </a:rPr>
              <a:t>RBAC simplifies permission management.</a:t>
            </a:r>
          </a:p>
          <a:p>
            <a:pPr marL="525462" lvl="1" indent="-285750">
              <a:lnSpc>
                <a:spcPct val="100000"/>
              </a:lnSpc>
            </a:pPr>
            <a:r>
              <a:rPr lang="en-GB" sz="1600" noProof="0" dirty="0">
                <a:ea typeface="Cambria" panose="02040503050406030204" pitchFamily="18" charset="0"/>
              </a:rPr>
              <a:t>Clinical access also requires patient-specific relationships.</a:t>
            </a:r>
          </a:p>
          <a:p>
            <a:pPr marL="525462" lvl="1" indent="-285750">
              <a:lnSpc>
                <a:spcPct val="100000"/>
              </a:lnSpc>
            </a:pPr>
            <a:r>
              <a:rPr lang="en-GB" sz="1600" noProof="0" dirty="0">
                <a:ea typeface="Cambria" panose="02040503050406030204" pitchFamily="18" charset="0"/>
              </a:rPr>
              <a:t>This supports combining roles with ownership and assignment checks</a:t>
            </a:r>
            <a:r>
              <a:rPr lang="en-GB" sz="1800" noProof="0" dirty="0">
                <a:ea typeface="Cambria" panose="02040503050406030204" pitchFamily="18" charset="0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GB" sz="2200" dirty="0">
              <a:ea typeface="Cambria" panose="020405030504060302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sz="2200" b="1" dirty="0">
                <a:solidFill>
                  <a:schemeClr val="bg2">
                    <a:lumMod val="10000"/>
                    <a:lumOff val="90000"/>
                  </a:schemeClr>
                </a:solidFill>
                <a:ea typeface="Cambria" panose="02040503050406030204" pitchFamily="18" charset="0"/>
              </a:rPr>
              <a:t>Audit  Integrity</a:t>
            </a:r>
          </a:p>
          <a:p>
            <a:pPr marL="525462" lvl="1" indent="-285750">
              <a:lnSpc>
                <a:spcPct val="100000"/>
              </a:lnSpc>
            </a:pPr>
            <a:r>
              <a:rPr lang="en-GB" sz="1600" dirty="0">
                <a:ea typeface="Cambria" panose="02040503050406030204" pitchFamily="18" charset="0"/>
              </a:rPr>
              <a:t>Structured audit events supports accountability and investigation.</a:t>
            </a:r>
          </a:p>
          <a:p>
            <a:pPr marL="525462" lvl="1" indent="-285750">
              <a:lnSpc>
                <a:spcPct val="100000"/>
              </a:lnSpc>
            </a:pPr>
            <a:r>
              <a:rPr lang="en-GB" sz="1600" dirty="0">
                <a:ea typeface="Cambria" panose="02040503050406030204" pitchFamily="18" charset="0"/>
              </a:rPr>
              <a:t>SHA-256 chaining can reveal inconsistent historical changes.</a:t>
            </a:r>
          </a:p>
          <a:p>
            <a:pPr marL="525462" lvl="1" indent="-285750">
              <a:lnSpc>
                <a:spcPct val="100000"/>
              </a:lnSpc>
            </a:pPr>
            <a:r>
              <a:rPr lang="en-GB" sz="1600" dirty="0">
                <a:ea typeface="Cambria" panose="02040503050406030204" pitchFamily="18" charset="0"/>
              </a:rPr>
              <a:t>Hash chaining is tamper-evident, not immutable.</a:t>
            </a:r>
          </a:p>
          <a:p>
            <a:pPr marL="525462" lvl="1" indent="-285750">
              <a:lnSpc>
                <a:spcPct val="100000"/>
              </a:lnSpc>
            </a:pPr>
            <a:endParaRPr lang="en-GB" sz="1800" dirty="0">
              <a:ea typeface="Cambria" panose="020405030504060302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sz="2200" b="1" dirty="0">
                <a:solidFill>
                  <a:schemeClr val="bg2">
                    <a:lumMod val="10000"/>
                    <a:lumOff val="90000"/>
                  </a:schemeClr>
                </a:solidFill>
                <a:ea typeface="Cambria" panose="02040503050406030204" pitchFamily="18" charset="0"/>
              </a:rPr>
              <a:t>Post-Quantum Signatures</a:t>
            </a:r>
          </a:p>
          <a:p>
            <a:pPr marL="525462" lvl="1" indent="-285750">
              <a:lnSpc>
                <a:spcPct val="100000"/>
              </a:lnSpc>
            </a:pPr>
            <a:r>
              <a:rPr lang="en-GB" sz="1600" noProof="0" dirty="0">
                <a:ea typeface="Cambria" panose="02040503050406030204" pitchFamily="18" charset="0"/>
              </a:rPr>
              <a:t>ML-DSA-44 provides and supports public key verifiable authenticity.</a:t>
            </a:r>
          </a:p>
          <a:p>
            <a:pPr marL="525462" lvl="1" indent="-285750">
              <a:lnSpc>
                <a:spcPct val="100000"/>
              </a:lnSpc>
            </a:pPr>
            <a:r>
              <a:rPr lang="en-GB" sz="1600" noProof="0" dirty="0">
                <a:ea typeface="Cambria" panose="02040503050406030204" pitchFamily="18" charset="0"/>
              </a:rPr>
              <a:t>It introduces key-management requirements.</a:t>
            </a:r>
          </a:p>
          <a:p>
            <a:pPr marL="525462" lvl="1" indent="-285750">
              <a:lnSpc>
                <a:spcPct val="100000"/>
              </a:lnSpc>
            </a:pPr>
            <a:r>
              <a:rPr lang="en-GB" sz="1600" noProof="0" dirty="0">
                <a:ea typeface="Cambria" panose="02040503050406030204" pitchFamily="18" charset="0"/>
              </a:rPr>
              <a:t>Greater processing and storage overhead is expected.</a:t>
            </a:r>
          </a:p>
          <a:p>
            <a:pPr lvl="3">
              <a:lnSpc>
                <a:spcPct val="100000"/>
              </a:lnSpc>
            </a:pPr>
            <a:endParaRPr lang="en-GB" sz="1000" noProof="0" dirty="0">
              <a:ea typeface="Cambria" panose="020405030504060302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00D4A2-C5AE-BA8C-4402-4FC2B6478E86}"/>
              </a:ext>
            </a:extLst>
          </p:cNvPr>
          <p:cNvSpPr txBox="1"/>
          <p:nvPr/>
        </p:nvSpPr>
        <p:spPr>
          <a:xfrm>
            <a:off x="620795" y="4330896"/>
            <a:ext cx="109462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700" b="1" dirty="0"/>
              <a:t>Identified Gap: </a:t>
            </a:r>
            <a:r>
              <a:rPr lang="en-GB" sz="1700" dirty="0"/>
              <a:t>The mechanisms are established individually, but there is limited applied integration and evaluation within a manageable simulated EHR prototype.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EA4E00-0A32-3441-0DF1-9BC0C5925447}"/>
              </a:ext>
            </a:extLst>
          </p:cNvPr>
          <p:cNvSpPr txBox="1"/>
          <p:nvPr/>
        </p:nvSpPr>
        <p:spPr>
          <a:xfrm>
            <a:off x="9370776" y="5301208"/>
            <a:ext cx="2304256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Key Sources:</a:t>
            </a:r>
          </a:p>
          <a:p>
            <a:pPr marL="285750" indent="-285750">
              <a:buFont typeface="Corbel" panose="020B0503020204020204" pitchFamily="34" charset="0"/>
              <a:buChar char="⁻"/>
            </a:pPr>
            <a:r>
              <a:rPr lang="en-GB" sz="1100" dirty="0"/>
              <a:t>Ferraiolo and Kuhn (1992)</a:t>
            </a:r>
          </a:p>
          <a:p>
            <a:pPr marL="285750" indent="-285750">
              <a:buFont typeface="Corbel" panose="020B0503020204020204" pitchFamily="34" charset="0"/>
              <a:buChar char="⁻"/>
            </a:pPr>
            <a:r>
              <a:rPr lang="en-GB" sz="1100" dirty="0"/>
              <a:t>Sandhu et al. (1996)</a:t>
            </a:r>
          </a:p>
          <a:p>
            <a:pPr marL="285750" indent="-285750">
              <a:buFont typeface="Corbel" panose="020B0503020204020204" pitchFamily="34" charset="0"/>
              <a:buChar char="⁻"/>
            </a:pPr>
            <a:r>
              <a:rPr lang="en-GB" sz="1100" dirty="0"/>
              <a:t>Schneier and Kelsey (1999)</a:t>
            </a:r>
          </a:p>
          <a:p>
            <a:pPr marL="285750" indent="-285750">
              <a:buFont typeface="Corbel" panose="020B0503020204020204" pitchFamily="34" charset="0"/>
              <a:buChar char="⁻"/>
            </a:pPr>
            <a:r>
              <a:rPr lang="en-GB" sz="1100" dirty="0" err="1"/>
              <a:t>Blobel</a:t>
            </a:r>
            <a:r>
              <a:rPr lang="en-GB" sz="1100" dirty="0"/>
              <a:t> (2004)</a:t>
            </a:r>
          </a:p>
          <a:p>
            <a:pPr marL="285750" indent="-285750">
              <a:buFont typeface="Corbel" panose="020B0503020204020204" pitchFamily="34" charset="0"/>
              <a:buChar char="⁻"/>
            </a:pPr>
            <a:r>
              <a:rPr lang="en-GB" sz="1100" dirty="0"/>
              <a:t>NIST (2015; 2024)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0593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1" y="404664"/>
            <a:ext cx="9144001" cy="671736"/>
          </a:xfrm>
        </p:spPr>
        <p:txBody>
          <a:bodyPr>
            <a:normAutofit/>
          </a:bodyPr>
          <a:lstStyle/>
          <a:p>
            <a:pPr algn="ctr"/>
            <a:r>
              <a:rPr lang="en-GB" sz="3200" b="1" noProof="0" dirty="0">
                <a:latin typeface="Georgia" panose="02040502050405020303" pitchFamily="18" charset="0"/>
              </a:rPr>
              <a:t>Main Project Contribution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796" y="1528800"/>
            <a:ext cx="5389167" cy="762000"/>
          </a:xfrm>
        </p:spPr>
        <p:txBody>
          <a:bodyPr/>
          <a:lstStyle/>
          <a:p>
            <a:r>
              <a:rPr lang="en-GB" sz="2400" b="1" noProof="0" dirty="0">
                <a:solidFill>
                  <a:schemeClr val="bg2">
                    <a:lumMod val="10000"/>
                    <a:lumOff val="90000"/>
                  </a:schemeClr>
                </a:solidFill>
              </a:rPr>
              <a:t>Access and administration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9796" y="2290800"/>
            <a:ext cx="5094680" cy="3946512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GB" sz="2800" b="1" noProof="0" dirty="0"/>
              <a:t>Access Enforcement</a:t>
            </a:r>
          </a:p>
          <a:p>
            <a:pPr lvl="1">
              <a:lnSpc>
                <a:spcPct val="110000"/>
              </a:lnSpc>
            </a:pPr>
            <a:r>
              <a:rPr lang="en-GB" sz="2300" noProof="0" dirty="0"/>
              <a:t>Five Roles: administrator, patient, doctor, nurse and GP.</a:t>
            </a:r>
          </a:p>
          <a:p>
            <a:pPr lvl="1">
              <a:lnSpc>
                <a:spcPct val="110000"/>
              </a:lnSpc>
            </a:pPr>
            <a:r>
              <a:rPr lang="en-GB" sz="2300" dirty="0"/>
              <a:t>Server-side role, ownership and clinician-assignment checks.</a:t>
            </a:r>
            <a:endParaRPr lang="en-GB" sz="2300" noProof="0" dirty="0"/>
          </a:p>
          <a:p>
            <a:pPr marL="0" indent="0">
              <a:lnSpc>
                <a:spcPct val="110000"/>
              </a:lnSpc>
              <a:buNone/>
            </a:pPr>
            <a:r>
              <a:rPr lang="en-GB" sz="2800" b="1" noProof="0" dirty="0"/>
              <a:t>Websit</a:t>
            </a:r>
            <a:r>
              <a:rPr lang="en-GB" sz="2800" b="1" dirty="0"/>
              <a:t>e Workflows</a:t>
            </a:r>
          </a:p>
          <a:p>
            <a:pPr lvl="1">
              <a:lnSpc>
                <a:spcPct val="110000"/>
              </a:lnSpc>
            </a:pPr>
            <a:r>
              <a:rPr lang="en-GB" sz="2300" dirty="0"/>
              <a:t>Create fictional patient and staff accounts.</a:t>
            </a:r>
          </a:p>
          <a:p>
            <a:pPr lvl="1">
              <a:lnSpc>
                <a:spcPct val="110000"/>
              </a:lnSpc>
            </a:pPr>
            <a:r>
              <a:rPr lang="en-GB" sz="2300" dirty="0"/>
              <a:t>Process GP registration and assign clinicians through the website.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0" y="1528800"/>
            <a:ext cx="5029128" cy="762000"/>
          </a:xfrm>
        </p:spPr>
        <p:txBody>
          <a:bodyPr/>
          <a:lstStyle/>
          <a:p>
            <a:r>
              <a:rPr lang="en-GB" sz="2400" b="1" noProof="0" dirty="0">
                <a:solidFill>
                  <a:schemeClr val="bg2">
                    <a:lumMod val="10000"/>
                    <a:lumOff val="90000"/>
                  </a:schemeClr>
                </a:solidFill>
              </a:rPr>
              <a:t>Auditing and evaluation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3456" y="2290800"/>
            <a:ext cx="4953524" cy="3946512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GB" sz="2800" b="1" noProof="0" dirty="0"/>
              <a:t>Tamper-Evident Auditing</a:t>
            </a:r>
          </a:p>
          <a:p>
            <a:pPr lvl="1">
              <a:lnSpc>
                <a:spcPct val="120000"/>
              </a:lnSpc>
            </a:pPr>
            <a:r>
              <a:rPr lang="en-GB" sz="2300" dirty="0"/>
              <a:t>Structured recording of authorised and denied security events.</a:t>
            </a:r>
          </a:p>
          <a:p>
            <a:pPr lvl="1">
              <a:lnSpc>
                <a:spcPct val="120000"/>
              </a:lnSpc>
            </a:pPr>
            <a:r>
              <a:rPr lang="en-GB" sz="2300" dirty="0"/>
              <a:t>SHA-256 hash chaining with administrator verification.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800" b="1" noProof="0" dirty="0"/>
              <a:t>Cryptographic Evaluation</a:t>
            </a:r>
          </a:p>
          <a:p>
            <a:pPr lvl="1">
              <a:lnSpc>
                <a:spcPct val="120000"/>
              </a:lnSpc>
            </a:pPr>
            <a:r>
              <a:rPr lang="en-GB" sz="2300" noProof="0" dirty="0"/>
              <a:t>Separate ten-run comparison of SHA-256 and ML-DSA-44.</a:t>
            </a:r>
          </a:p>
          <a:p>
            <a:pPr lvl="1">
              <a:lnSpc>
                <a:spcPct val="120000"/>
              </a:lnSpc>
            </a:pPr>
            <a:r>
              <a:rPr lang="en-GB" sz="2300" dirty="0"/>
              <a:t>Evaluated processing time, storage overhead and tamper detection.</a:t>
            </a:r>
            <a:endParaRPr lang="en-GB" sz="2300" noProof="0" dirty="0"/>
          </a:p>
        </p:txBody>
      </p:sp>
    </p:spTree>
    <p:extLst>
      <p:ext uri="{BB962C8B-B14F-4D97-AF65-F5344CB8AC3E}">
        <p14:creationId xmlns:p14="http://schemas.microsoft.com/office/powerpoint/2010/main" val="2681425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229111" y="425822"/>
            <a:ext cx="9721078" cy="843880"/>
          </a:xfrm>
        </p:spPr>
        <p:txBody>
          <a:bodyPr>
            <a:normAutofit fontScale="90000"/>
          </a:bodyPr>
          <a:lstStyle/>
          <a:p>
            <a:pPr algn="ctr"/>
            <a:r>
              <a:rPr lang="en-GB" sz="3200" b="1" noProof="0" dirty="0">
                <a:latin typeface="Georgia" panose="02040502050405020303" pitchFamily="18" charset="0"/>
              </a:rPr>
              <a:t>Methodology: Prototype Development and Evaluation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A046318-6AD3-DF13-5328-5E1F3A754E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2697407"/>
              </p:ext>
            </p:extLst>
          </p:nvPr>
        </p:nvGraphicFramePr>
        <p:xfrm>
          <a:off x="58873" y="1124744"/>
          <a:ext cx="12071077" cy="4032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648834C-1466-BD10-9D6A-53D86EE8F7E0}"/>
              </a:ext>
            </a:extLst>
          </p:cNvPr>
          <p:cNvSpPr txBox="1"/>
          <p:nvPr/>
        </p:nvSpPr>
        <p:spPr>
          <a:xfrm>
            <a:off x="1243382" y="4593322"/>
            <a:ext cx="902749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2">
                    <a:lumMod val="10000"/>
                    <a:lumOff val="90000"/>
                  </a:schemeClr>
                </a:solidFill>
                <a:ea typeface="Cambria" panose="02040503050406030204" pitchFamily="18" charset="0"/>
              </a:rPr>
              <a:t>The prototype was evaluated in a controlled local environment using only fictional patient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2">
                    <a:lumMod val="10000"/>
                    <a:lumOff val="90000"/>
                  </a:schemeClr>
                </a:solidFill>
                <a:ea typeface="Cambria" panose="02040503050406030204" pitchFamily="18" charset="0"/>
              </a:rPr>
              <a:t>ML-DSA-44 was evaluated in a separate experiment, while live application used SHA-256 audit hash chain.</a:t>
            </a:r>
          </a:p>
        </p:txBody>
      </p:sp>
    </p:spTree>
    <p:extLst>
      <p:ext uri="{BB962C8B-B14F-4D97-AF65-F5344CB8AC3E}">
        <p14:creationId xmlns:p14="http://schemas.microsoft.com/office/powerpoint/2010/main" val="3106206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1" y="260648"/>
            <a:ext cx="9144001" cy="699864"/>
          </a:xfrm>
        </p:spPr>
        <p:txBody>
          <a:bodyPr>
            <a:normAutofit/>
          </a:bodyPr>
          <a:lstStyle/>
          <a:p>
            <a:pPr algn="ctr"/>
            <a:r>
              <a:rPr lang="en-GB" sz="3200" b="1" noProof="0" dirty="0">
                <a:latin typeface="Georgia" panose="02040502050405020303" pitchFamily="18" charset="0"/>
              </a:rPr>
              <a:t>System Architecture and Design</a:t>
            </a:r>
          </a:p>
        </p:txBody>
      </p:sp>
      <p:cxnSp>
        <p:nvCxnSpPr>
          <p:cNvPr id="7" name="Codex_S6_TopArrow_1">
            <a:extLst>
              <a:ext uri="{FF2B5EF4-FFF2-40B4-BE49-F238E27FC236}">
                <a16:creationId xmlns:a16="http://schemas.microsoft.com/office/drawing/2014/main" id="{52AC2224-FF09-FDF9-D777-3F4763C84839}"/>
              </a:ext>
            </a:extLst>
          </p:cNvPr>
          <p:cNvCxnSpPr/>
          <p:nvPr/>
        </p:nvCxnSpPr>
        <p:spPr>
          <a:xfrm>
            <a:off x="2832100" y="2241550"/>
            <a:ext cx="406400" cy="0"/>
          </a:xfrm>
          <a:prstGeom prst="straightConnector1">
            <a:avLst/>
          </a:prstGeom>
          <a:ln w="2286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dex_S6_TopArrow_2">
            <a:extLst>
              <a:ext uri="{FF2B5EF4-FFF2-40B4-BE49-F238E27FC236}">
                <a16:creationId xmlns:a16="http://schemas.microsoft.com/office/drawing/2014/main" id="{D737E823-56BC-8FD4-3854-1FE58450D5A9}"/>
              </a:ext>
            </a:extLst>
          </p:cNvPr>
          <p:cNvCxnSpPr/>
          <p:nvPr/>
        </p:nvCxnSpPr>
        <p:spPr>
          <a:xfrm>
            <a:off x="5581650" y="2241550"/>
            <a:ext cx="406400" cy="0"/>
          </a:xfrm>
          <a:prstGeom prst="straightConnector1">
            <a:avLst/>
          </a:prstGeom>
          <a:ln w="2286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dex_S6_TopArrow_3">
            <a:extLst>
              <a:ext uri="{FF2B5EF4-FFF2-40B4-BE49-F238E27FC236}">
                <a16:creationId xmlns:a16="http://schemas.microsoft.com/office/drawing/2014/main" id="{0D362D3F-AAD6-DCB4-5496-3D3D4100F5CF}"/>
              </a:ext>
            </a:extLst>
          </p:cNvPr>
          <p:cNvCxnSpPr/>
          <p:nvPr/>
        </p:nvCxnSpPr>
        <p:spPr>
          <a:xfrm>
            <a:off x="8331200" y="2241550"/>
            <a:ext cx="406400" cy="0"/>
          </a:xfrm>
          <a:prstGeom prst="straightConnector1">
            <a:avLst/>
          </a:prstGeom>
          <a:ln w="2286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dex_S6_Users">
            <a:extLst>
              <a:ext uri="{FF2B5EF4-FFF2-40B4-BE49-F238E27FC236}">
                <a16:creationId xmlns:a16="http://schemas.microsoft.com/office/drawing/2014/main" id="{0F650C6D-C84F-C9E2-8F62-9B7F13260AA6}"/>
              </a:ext>
            </a:extLst>
          </p:cNvPr>
          <p:cNvSpPr/>
          <p:nvPr/>
        </p:nvSpPr>
        <p:spPr>
          <a:xfrm>
            <a:off x="488950" y="1352550"/>
            <a:ext cx="2343150" cy="1778000"/>
          </a:xfrm>
          <a:prstGeom prst="roundRect">
            <a:avLst/>
          </a:prstGeom>
          <a:gradFill flip="none" rotWithShape="1">
            <a:gsLst>
              <a:gs pos="0">
                <a:srgbClr val="1F96B5">
                  <a:shade val="30000"/>
                  <a:satMod val="115000"/>
                </a:srgbClr>
              </a:gs>
              <a:gs pos="50000">
                <a:srgbClr val="1F96B5">
                  <a:shade val="67500"/>
                  <a:satMod val="115000"/>
                </a:srgbClr>
              </a:gs>
              <a:gs pos="100000">
                <a:srgbClr val="1F96B5">
                  <a:shade val="100000"/>
                  <a:satMod val="115000"/>
                </a:srgbClr>
              </a:gs>
            </a:gsLst>
            <a:lin ang="2700000" scaled="1"/>
            <a:tileRect/>
          </a:gradFill>
          <a:ln w="158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88900" rIns="101600" bIns="88900" rtlCol="0" anchor="ctr">
            <a:noAutofit/>
          </a:bodyPr>
          <a:lstStyle/>
          <a:p>
            <a:pPr algn="ctr">
              <a:spcAft>
                <a:spcPts val="1000"/>
              </a:spcAft>
            </a:pPr>
            <a:r>
              <a:rPr lang="en-GB" sz="1600" b="1" dirty="0">
                <a:solidFill>
                  <a:srgbClr val="FFFFFF"/>
                </a:solidFill>
                <a:latin typeface="Corbel" panose="020B0503020204020204" pitchFamily="34" charset="0"/>
              </a:rPr>
              <a:t>USERS AND ROLES</a:t>
            </a:r>
          </a:p>
          <a:p>
            <a:pPr algn="ctr"/>
            <a:r>
              <a:rPr lang="en-GB" sz="1200" dirty="0">
                <a:solidFill>
                  <a:srgbClr val="FFFFFF"/>
                </a:solidFill>
                <a:latin typeface="Corbel" panose="020B0503020204020204" pitchFamily="34" charset="0"/>
              </a:rPr>
              <a:t>Administrator, Patient, Doctor, Nurse &amp; GP</a:t>
            </a:r>
          </a:p>
        </p:txBody>
      </p:sp>
      <p:sp>
        <p:nvSpPr>
          <p:cNvPr id="11" name="Codex_S6_Flask">
            <a:extLst>
              <a:ext uri="{FF2B5EF4-FFF2-40B4-BE49-F238E27FC236}">
                <a16:creationId xmlns:a16="http://schemas.microsoft.com/office/drawing/2014/main" id="{02D74192-1113-25A6-D88D-D8A326C51330}"/>
              </a:ext>
            </a:extLst>
          </p:cNvPr>
          <p:cNvSpPr/>
          <p:nvPr/>
        </p:nvSpPr>
        <p:spPr>
          <a:xfrm>
            <a:off x="3238500" y="1352550"/>
            <a:ext cx="2343150" cy="1778000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2">
                  <a:lumMod val="60000"/>
                  <a:lumOff val="40000"/>
                  <a:shade val="100000"/>
                  <a:satMod val="115000"/>
                </a:schemeClr>
              </a:gs>
            </a:gsLst>
            <a:lin ang="2700000" scaled="1"/>
            <a:tileRect/>
          </a:gradFill>
          <a:ln w="158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88900" rIns="101600" bIns="88900" rtlCol="0" anchor="ctr">
            <a:noAutofit/>
          </a:bodyPr>
          <a:lstStyle/>
          <a:p>
            <a:pPr algn="ctr">
              <a:spcAft>
                <a:spcPts val="1000"/>
              </a:spcAft>
            </a:pPr>
            <a:r>
              <a:rPr lang="en-GB" sz="1600" b="1" dirty="0">
                <a:solidFill>
                  <a:srgbClr val="FFFFFF"/>
                </a:solidFill>
                <a:latin typeface="Corbel" panose="020B0503020204020204" pitchFamily="34" charset="0"/>
              </a:rPr>
              <a:t>FLASK WEB APPLICATION</a:t>
            </a:r>
          </a:p>
          <a:p>
            <a:pPr algn="ctr"/>
            <a:r>
              <a:rPr lang="en-GB" sz="1200" dirty="0">
                <a:solidFill>
                  <a:srgbClr val="FFFFFF"/>
                </a:solidFill>
                <a:latin typeface="Corbel" panose="020B0503020204020204" pitchFamily="34" charset="0"/>
              </a:rPr>
              <a:t>Login dashboards, </a:t>
            </a:r>
          </a:p>
          <a:p>
            <a:pPr algn="ctr"/>
            <a:r>
              <a:rPr lang="en-GB" sz="1200" dirty="0">
                <a:solidFill>
                  <a:srgbClr val="FFFFFF"/>
                </a:solidFill>
                <a:latin typeface="Corbel" panose="020B0503020204020204" pitchFamily="34" charset="0"/>
              </a:rPr>
              <a:t>Patient records &amp; Administrative workflows</a:t>
            </a:r>
          </a:p>
        </p:txBody>
      </p:sp>
      <p:sp>
        <p:nvSpPr>
          <p:cNvPr id="12" name="Codex_S6_Security">
            <a:extLst>
              <a:ext uri="{FF2B5EF4-FFF2-40B4-BE49-F238E27FC236}">
                <a16:creationId xmlns:a16="http://schemas.microsoft.com/office/drawing/2014/main" id="{23F723F9-F840-7E0A-811B-A53654315472}"/>
              </a:ext>
            </a:extLst>
          </p:cNvPr>
          <p:cNvSpPr/>
          <p:nvPr/>
        </p:nvSpPr>
        <p:spPr>
          <a:xfrm>
            <a:off x="5988050" y="1352550"/>
            <a:ext cx="2343150" cy="177800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4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4">
                  <a:lumMod val="60000"/>
                  <a:lumOff val="40000"/>
                  <a:shade val="100000"/>
                  <a:satMod val="115000"/>
                </a:schemeClr>
              </a:gs>
            </a:gsLst>
            <a:lin ang="2700000" scaled="1"/>
            <a:tileRect/>
          </a:gradFill>
          <a:ln w="158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88900" rIns="101600" bIns="88900" rtlCol="0" anchor="ctr">
            <a:noAutofit/>
          </a:bodyPr>
          <a:lstStyle/>
          <a:p>
            <a:pPr algn="ctr">
              <a:spcAft>
                <a:spcPts val="1000"/>
              </a:spcAft>
            </a:pPr>
            <a:r>
              <a:rPr lang="en-GB" sz="1600" b="1" dirty="0">
                <a:solidFill>
                  <a:srgbClr val="FFFFFF"/>
                </a:solidFill>
                <a:latin typeface="Corbel" panose="020B0503020204020204" pitchFamily="34" charset="0"/>
              </a:rPr>
              <a:t>SERVER-SIDE SECURITY</a:t>
            </a:r>
          </a:p>
          <a:p>
            <a:pPr algn="ctr"/>
            <a:r>
              <a:rPr lang="en-GB" sz="1200" dirty="0">
                <a:solidFill>
                  <a:srgbClr val="FFFFFF"/>
                </a:solidFill>
                <a:latin typeface="Corbel" panose="020B0503020204020204" pitchFamily="34" charset="0"/>
              </a:rPr>
              <a:t>Session authentication, Role checks, Patient ownership &amp; Clinician assignment</a:t>
            </a:r>
          </a:p>
        </p:txBody>
      </p:sp>
      <p:sp>
        <p:nvSpPr>
          <p:cNvPr id="13" name="Codex_S6_SQLite">
            <a:extLst>
              <a:ext uri="{FF2B5EF4-FFF2-40B4-BE49-F238E27FC236}">
                <a16:creationId xmlns:a16="http://schemas.microsoft.com/office/drawing/2014/main" id="{A3C132AC-2A63-38ED-39DF-A0AD6841AAEC}"/>
              </a:ext>
            </a:extLst>
          </p:cNvPr>
          <p:cNvSpPr/>
          <p:nvPr/>
        </p:nvSpPr>
        <p:spPr>
          <a:xfrm>
            <a:off x="8737600" y="1352550"/>
            <a:ext cx="2343150" cy="1778000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3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3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 w="158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88900" rIns="101600" bIns="88900" rtlCol="0" anchor="ctr">
            <a:noAutofit/>
          </a:bodyPr>
          <a:lstStyle/>
          <a:p>
            <a:pPr algn="ctr">
              <a:spcAft>
                <a:spcPts val="1000"/>
              </a:spcAft>
            </a:pPr>
            <a:r>
              <a:rPr lang="en-GB" sz="1600" b="1" dirty="0">
                <a:solidFill>
                  <a:srgbClr val="FFFFFF"/>
                </a:solidFill>
                <a:latin typeface="Corbel" panose="020B0503020204020204" pitchFamily="34" charset="0"/>
              </a:rPr>
              <a:t>SQLITE DATA LAYER</a:t>
            </a:r>
          </a:p>
          <a:p>
            <a:pPr algn="ctr"/>
            <a:r>
              <a:rPr lang="en-GB" sz="1200" dirty="0">
                <a:solidFill>
                  <a:srgbClr val="FFFFFF"/>
                </a:solidFill>
                <a:latin typeface="Corbel" panose="020B0503020204020204" pitchFamily="34" charset="0"/>
              </a:rPr>
              <a:t>Users, Patients, Assignments</a:t>
            </a:r>
          </a:p>
          <a:p>
            <a:pPr algn="ctr"/>
            <a:r>
              <a:rPr lang="en-GB" sz="1200" dirty="0">
                <a:solidFill>
                  <a:srgbClr val="FFFFFF"/>
                </a:solidFill>
                <a:latin typeface="Corbel" panose="020B0503020204020204" pitchFamily="34" charset="0"/>
              </a:rPr>
              <a:t> &amp; Audit logs</a:t>
            </a:r>
          </a:p>
        </p:txBody>
      </p:sp>
      <p:sp>
        <p:nvSpPr>
          <p:cNvPr id="15" name="Codex_S6_AuditFlow">
            <a:extLst>
              <a:ext uri="{FF2B5EF4-FFF2-40B4-BE49-F238E27FC236}">
                <a16:creationId xmlns:a16="http://schemas.microsoft.com/office/drawing/2014/main" id="{C2DB1489-C60A-4561-94C1-7082C5C00930}"/>
              </a:ext>
            </a:extLst>
          </p:cNvPr>
          <p:cNvSpPr/>
          <p:nvPr/>
        </p:nvSpPr>
        <p:spPr>
          <a:xfrm>
            <a:off x="717550" y="4293096"/>
            <a:ext cx="7137400" cy="1676400"/>
          </a:xfrm>
          <a:prstGeom prst="roundRect">
            <a:avLst/>
          </a:prstGeom>
          <a:gradFill flip="none" rotWithShape="1">
            <a:gsLst>
              <a:gs pos="0">
                <a:schemeClr val="bg2">
                  <a:lumMod val="25000"/>
                  <a:lumOff val="75000"/>
                  <a:shade val="30000"/>
                  <a:satMod val="115000"/>
                </a:schemeClr>
              </a:gs>
              <a:gs pos="50000">
                <a:schemeClr val="bg2">
                  <a:lumMod val="25000"/>
                  <a:lumOff val="75000"/>
                  <a:shade val="67500"/>
                  <a:satMod val="115000"/>
                </a:schemeClr>
              </a:gs>
              <a:gs pos="100000">
                <a:schemeClr val="bg2">
                  <a:lumMod val="25000"/>
                  <a:lumOff val="7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90500" tIns="114300" rIns="190500" bIns="114300" rtlCol="0" anchor="ctr">
            <a:noAutofit/>
          </a:bodyPr>
          <a:lstStyle/>
          <a:p>
            <a:pPr algn="ctr">
              <a:spcAft>
                <a:spcPts val="800"/>
              </a:spcAft>
            </a:pPr>
            <a:r>
              <a:rPr lang="en-GB" sz="1600" b="1" dirty="0">
                <a:solidFill>
                  <a:srgbClr val="FFFFFF"/>
                </a:solidFill>
                <a:latin typeface="Corbel" panose="020B0503020204020204" pitchFamily="34" charset="0"/>
              </a:rPr>
              <a:t>LIVE TAMPER-EVIDENT AUDIT FLOW</a:t>
            </a:r>
          </a:p>
          <a:p>
            <a:pPr algn="ctr">
              <a:spcAft>
                <a:spcPts val="800"/>
              </a:spcAft>
            </a:pPr>
            <a:r>
              <a:rPr lang="en-GB" sz="1600" b="1" dirty="0">
                <a:solidFill>
                  <a:srgbClr val="FFFFFF"/>
                </a:solidFill>
                <a:latin typeface="Corbel" panose="020B0503020204020204" pitchFamily="34" charset="0"/>
              </a:rPr>
              <a:t>Security event  →  structured entry  →  SHA-256 hash chain  →  administrator verification</a:t>
            </a:r>
          </a:p>
          <a:p>
            <a:pPr algn="ctr"/>
            <a:r>
              <a:rPr lang="en-GB" sz="1200" dirty="0">
                <a:solidFill>
                  <a:srgbClr val="DAEDF7"/>
                </a:solidFill>
                <a:latin typeface="Corbel" panose="020B0503020204020204" pitchFamily="34" charset="0"/>
              </a:rPr>
              <a:t>Entries record the actor, action, target, outcome and details.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0291E761-0392-0990-B8F4-EE28FCBD154B}"/>
              </a:ext>
            </a:extLst>
          </p:cNvPr>
          <p:cNvCxnSpPr>
            <a:stCxn id="12" idx="2"/>
            <a:endCxn id="15" idx="0"/>
          </p:cNvCxnSpPr>
          <p:nvPr/>
        </p:nvCxnSpPr>
        <p:spPr>
          <a:xfrm rot="5400000">
            <a:off x="5141665" y="2275136"/>
            <a:ext cx="1162546" cy="2873375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dex_S6_MLDSAExperiment">
            <a:extLst>
              <a:ext uri="{FF2B5EF4-FFF2-40B4-BE49-F238E27FC236}">
                <a16:creationId xmlns:a16="http://schemas.microsoft.com/office/drawing/2014/main" id="{6F6A93FF-3626-8A6B-EFFD-5689DC8D91AD}"/>
              </a:ext>
            </a:extLst>
          </p:cNvPr>
          <p:cNvSpPr/>
          <p:nvPr/>
        </p:nvSpPr>
        <p:spPr>
          <a:xfrm>
            <a:off x="8172450" y="3810000"/>
            <a:ext cx="3346450" cy="16764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6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6">
                  <a:lumMod val="60000"/>
                  <a:lumOff val="40000"/>
                  <a:shade val="100000"/>
                  <a:satMod val="115000"/>
                </a:schemeClr>
              </a:gs>
            </a:gsLst>
            <a:lin ang="2700000" scaled="1"/>
            <a:tileRect/>
          </a:gradFill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14300" rIns="152400" bIns="114300" rtlCol="0" anchor="ctr">
            <a:noAutofit/>
          </a:bodyPr>
          <a:lstStyle/>
          <a:p>
            <a:pPr algn="ctr">
              <a:spcAft>
                <a:spcPts val="900"/>
              </a:spcAft>
            </a:pPr>
            <a:r>
              <a:rPr lang="en-GB" sz="1600" b="1" dirty="0">
                <a:solidFill>
                  <a:srgbClr val="FFFFFF"/>
                </a:solidFill>
                <a:latin typeface="Corbel" panose="020B0503020204020204" pitchFamily="34" charset="0"/>
              </a:rPr>
              <a:t>SEPARATE ML-DSA-44 EXPERIMENT</a:t>
            </a:r>
          </a:p>
          <a:p>
            <a:pPr algn="ctr"/>
            <a:r>
              <a:rPr lang="en-GB" sz="1200" dirty="0">
                <a:solidFill>
                  <a:srgbClr val="E7F2F9"/>
                </a:solidFill>
                <a:latin typeface="Corbel" panose="020B0503020204020204" pitchFamily="34" charset="0"/>
              </a:rPr>
              <a:t>Key generation, signing, verification</a:t>
            </a:r>
          </a:p>
          <a:p>
            <a:pPr algn="ctr"/>
            <a:r>
              <a:rPr lang="en-GB" sz="1200" dirty="0">
                <a:solidFill>
                  <a:srgbClr val="E7F2F9"/>
                </a:solidFill>
                <a:latin typeface="Corbel" panose="020B0503020204020204" pitchFamily="34" charset="0"/>
              </a:rPr>
              <a:t>Timing, storage, changed-data detection</a:t>
            </a:r>
          </a:p>
          <a:p>
            <a:pPr algn="ctr"/>
            <a:r>
              <a:rPr lang="en-GB" sz="1200" dirty="0">
                <a:solidFill>
                  <a:srgbClr val="E7F2F9"/>
                </a:solidFill>
                <a:latin typeface="Corbel" panose="020B0503020204020204" pitchFamily="34" charset="0"/>
              </a:rPr>
              <a:t>Not integrated into each live audit entry</a:t>
            </a:r>
          </a:p>
        </p:txBody>
      </p:sp>
    </p:spTree>
    <p:extLst>
      <p:ext uri="{BB962C8B-B14F-4D97-AF65-F5344CB8AC3E}">
        <p14:creationId xmlns:p14="http://schemas.microsoft.com/office/powerpoint/2010/main" val="2590506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D1E21-499F-996E-600C-37229EE0C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781" y="210343"/>
            <a:ext cx="9144001" cy="627856"/>
          </a:xfrm>
        </p:spPr>
        <p:txBody>
          <a:bodyPr>
            <a:normAutofit/>
          </a:bodyPr>
          <a:lstStyle/>
          <a:p>
            <a:pPr algn="ctr"/>
            <a:r>
              <a:rPr lang="en-GB" sz="3200" b="1">
                <a:latin typeface="Georgia" panose="02040502050405020303" pitchFamily="18" charset="0"/>
              </a:rPr>
              <a:t>Prototype Implementation</a:t>
            </a:r>
            <a:endParaRPr lang="en-GB" sz="3200" b="1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237AB-3B33-8748-2B45-2CDE16630D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9837" y="1124744"/>
            <a:ext cx="5014544" cy="5184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 dirty="0"/>
              <a:t>Core Security Controls</a:t>
            </a:r>
          </a:p>
          <a:p>
            <a:pPr lvl="1"/>
            <a:r>
              <a:rPr lang="en-GB" sz="1800" dirty="0"/>
              <a:t>Password hashing and session-based authentication.</a:t>
            </a:r>
          </a:p>
          <a:p>
            <a:pPr lvl="1"/>
            <a:r>
              <a:rPr lang="en-GB" sz="1800" dirty="0"/>
              <a:t>Five-role server-side access control.</a:t>
            </a:r>
          </a:p>
          <a:p>
            <a:pPr lvl="1"/>
            <a:r>
              <a:rPr lang="en-GB" sz="1800" dirty="0"/>
              <a:t>Patient ownership and clinician-assignment checks.</a:t>
            </a:r>
          </a:p>
          <a:p>
            <a:pPr lvl="1"/>
            <a:r>
              <a:rPr lang="en-GB" sz="1800" dirty="0"/>
              <a:t>Authorised and denied actions recorded in the audit log.</a:t>
            </a:r>
          </a:p>
          <a:p>
            <a:pPr marL="0" indent="0">
              <a:buNone/>
            </a:pPr>
            <a:r>
              <a:rPr lang="en-GB" sz="2200" dirty="0"/>
              <a:t>Website Workflows</a:t>
            </a:r>
          </a:p>
          <a:p>
            <a:pPr lvl="1"/>
            <a:r>
              <a:rPr lang="en-GB" sz="1800" dirty="0"/>
              <a:t>Create fictional patients and staff accounts.</a:t>
            </a:r>
          </a:p>
          <a:p>
            <a:pPr lvl="1"/>
            <a:r>
              <a:rPr lang="en-GB" sz="1800" dirty="0"/>
              <a:t>Process GP registration requests.</a:t>
            </a:r>
          </a:p>
          <a:p>
            <a:pPr lvl="1"/>
            <a:r>
              <a:rPr lang="en-GB" sz="1800" dirty="0"/>
              <a:t>Assign doctors, nurses and GPs.</a:t>
            </a:r>
          </a:p>
          <a:p>
            <a:pPr lvl="1"/>
            <a:r>
              <a:rPr lang="en-GB" sz="1800" dirty="0"/>
              <a:t>Verify the SHA-256 audit chain.</a:t>
            </a:r>
          </a:p>
          <a:p>
            <a:pPr marL="231775" lvl="1" indent="0">
              <a:buNone/>
            </a:pPr>
            <a:endParaRPr lang="en-GB" dirty="0"/>
          </a:p>
        </p:txBody>
      </p:sp>
      <p:pic>
        <p:nvPicPr>
          <p:cNvPr id="7" name="Content Placeholder 6" descr="Image preview">
            <a:extLst>
              <a:ext uri="{FF2B5EF4-FFF2-40B4-BE49-F238E27FC236}">
                <a16:creationId xmlns:a16="http://schemas.microsoft.com/office/drawing/2014/main" id="{D1306B83-25AF-3F4E-3DC2-0A1E011D601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47424" y="1124744"/>
            <a:ext cx="4631564" cy="2409343"/>
          </a:xfrm>
          <a:prstGeom prst="rect">
            <a:avLst/>
          </a:prstGeom>
        </p:spPr>
      </p:pic>
      <p:pic>
        <p:nvPicPr>
          <p:cNvPr id="8" name="Picture 7" descr="Image preview">
            <a:extLst>
              <a:ext uri="{FF2B5EF4-FFF2-40B4-BE49-F238E27FC236}">
                <a16:creationId xmlns:a16="http://schemas.microsoft.com/office/drawing/2014/main" id="{B19DC558-49A4-F2F7-1C25-9FA4A0DE8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1126" y="3897136"/>
            <a:ext cx="4626547" cy="2497317"/>
          </a:xfrm>
          <a:prstGeom prst="rect">
            <a:avLst/>
          </a:prstGeom>
        </p:spPr>
      </p:pic>
      <p:sp>
        <p:nvSpPr>
          <p:cNvPr id="9" name="S7_AdminCaption">
            <a:extLst>
              <a:ext uri="{FF2B5EF4-FFF2-40B4-BE49-F238E27FC236}">
                <a16:creationId xmlns:a16="http://schemas.microsoft.com/office/drawing/2014/main" id="{898B76C8-4A54-5078-9091-DA5BC0A45DD2}"/>
              </a:ext>
            </a:extLst>
          </p:cNvPr>
          <p:cNvSpPr txBox="1"/>
          <p:nvPr/>
        </p:nvSpPr>
        <p:spPr>
          <a:xfrm>
            <a:off x="6647180" y="3429000"/>
            <a:ext cx="4631690" cy="45461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GB" sz="1150" dirty="0">
                <a:solidFill>
                  <a:srgbClr val="E2ECF8"/>
                </a:solidFill>
                <a:latin typeface="Corbel" panose="020B0503020204020204" pitchFamily="34" charset="0"/>
              </a:rPr>
              <a:t>Administrator dashboard and security-management functions</a:t>
            </a:r>
          </a:p>
        </p:txBody>
      </p:sp>
      <p:sp>
        <p:nvSpPr>
          <p:cNvPr id="10" name="S7_AuditCaption">
            <a:extLst>
              <a:ext uri="{FF2B5EF4-FFF2-40B4-BE49-F238E27FC236}">
                <a16:creationId xmlns:a16="http://schemas.microsoft.com/office/drawing/2014/main" id="{36386F0F-F0B4-4B32-5BEA-379DAB400F22}"/>
              </a:ext>
            </a:extLst>
          </p:cNvPr>
          <p:cNvSpPr txBox="1"/>
          <p:nvPr/>
        </p:nvSpPr>
        <p:spPr>
          <a:xfrm>
            <a:off x="6621565" y="6328353"/>
            <a:ext cx="4626610" cy="31930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GB" sz="1150" dirty="0">
                <a:solidFill>
                  <a:srgbClr val="E2ECF8"/>
                </a:solidFill>
                <a:latin typeface="Corbel" panose="020B0503020204020204" pitchFamily="34" charset="0"/>
              </a:rPr>
              <a:t>Structured audit log recording authorised and denied events</a:t>
            </a:r>
          </a:p>
        </p:txBody>
      </p:sp>
    </p:spTree>
    <p:extLst>
      <p:ext uri="{BB962C8B-B14F-4D97-AF65-F5344CB8AC3E}">
        <p14:creationId xmlns:p14="http://schemas.microsoft.com/office/powerpoint/2010/main" val="2894410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8_Title">
            <a:extLst>
              <a:ext uri="{FF2B5EF4-FFF2-40B4-BE49-F238E27FC236}">
                <a16:creationId xmlns:a16="http://schemas.microsoft.com/office/drawing/2014/main" id="{B7309638-ABF9-A9EE-B615-D9E431FA7D89}"/>
              </a:ext>
            </a:extLst>
          </p:cNvPr>
          <p:cNvSpPr txBox="1"/>
          <p:nvPr/>
        </p:nvSpPr>
        <p:spPr>
          <a:xfrm>
            <a:off x="1504950" y="210820"/>
            <a:ext cx="9144000" cy="41979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3200" b="1" dirty="0">
                <a:solidFill>
                  <a:srgbClr val="FFFFFF"/>
                </a:solidFill>
                <a:latin typeface="Georgia" panose="02040502050405020303" pitchFamily="18" charset="0"/>
              </a:rPr>
              <a:t>Testing and Evaluation</a:t>
            </a:r>
          </a:p>
        </p:txBody>
      </p:sp>
      <p:sp>
        <p:nvSpPr>
          <p:cNvPr id="28" name="S8_ManualHeading">
            <a:extLst>
              <a:ext uri="{FF2B5EF4-FFF2-40B4-BE49-F238E27FC236}">
                <a16:creationId xmlns:a16="http://schemas.microsoft.com/office/drawing/2014/main" id="{B3ECD59C-268E-42C1-C4BC-9210EF64EE33}"/>
              </a:ext>
            </a:extLst>
          </p:cNvPr>
          <p:cNvSpPr txBox="1"/>
          <p:nvPr/>
        </p:nvSpPr>
        <p:spPr>
          <a:xfrm>
            <a:off x="909320" y="112522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200" dirty="0">
                <a:solidFill>
                  <a:srgbClr val="FFFFFF"/>
                </a:solidFill>
                <a:latin typeface="Corbel" panose="020B0503020204020204" pitchFamily="34" charset="0"/>
              </a:rPr>
              <a:t>Manual Security Testing</a:t>
            </a:r>
          </a:p>
        </p:txBody>
      </p:sp>
      <p:sp>
        <p:nvSpPr>
          <p:cNvPr id="29" name="S8_ManualBullets">
            <a:extLst>
              <a:ext uri="{FF2B5EF4-FFF2-40B4-BE49-F238E27FC236}">
                <a16:creationId xmlns:a16="http://schemas.microsoft.com/office/drawing/2014/main" id="{4B3F8A76-062C-08A8-3D3D-FB066D4484EE}"/>
              </a:ext>
            </a:extLst>
          </p:cNvPr>
          <p:cNvSpPr txBox="1"/>
          <p:nvPr/>
        </p:nvSpPr>
        <p:spPr>
          <a:xfrm>
            <a:off x="1066800" y="1651000"/>
            <a:ext cx="4851400" cy="138499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GB" sz="1680" dirty="0">
                <a:solidFill>
                  <a:srgbClr val="E2ECF8"/>
                </a:solidFill>
                <a:latin typeface="Corbel" panose="020B0503020204020204" pitchFamily="34" charset="0"/>
              </a:rPr>
              <a:t>Ten scenarios across all five roles.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GB" sz="1680" dirty="0">
                <a:solidFill>
                  <a:srgbClr val="E2ECF8"/>
                </a:solidFill>
                <a:latin typeface="Corbel" panose="020B0503020204020204" pitchFamily="34" charset="0"/>
              </a:rPr>
              <a:t>Invalid login and direct-URL attempts.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GB" sz="1680" dirty="0">
                <a:solidFill>
                  <a:srgbClr val="E2ECF8"/>
                </a:solidFill>
                <a:latin typeface="Corbel" panose="020B0503020204020204" pitchFamily="34" charset="0"/>
              </a:rPr>
              <a:t>Ownership and assignment enforcement.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GB" sz="1680" dirty="0">
                <a:solidFill>
                  <a:srgbClr val="E2ECF8"/>
                </a:solidFill>
                <a:latin typeface="Corbel" panose="020B0503020204020204" pitchFamily="34" charset="0"/>
              </a:rPr>
              <a:t>Audit logging, chain verification and logout protection.</a:t>
            </a:r>
          </a:p>
        </p:txBody>
      </p:sp>
      <p:sp>
        <p:nvSpPr>
          <p:cNvPr id="30" name="S8_CryptoHeading">
            <a:extLst>
              <a:ext uri="{FF2B5EF4-FFF2-40B4-BE49-F238E27FC236}">
                <a16:creationId xmlns:a16="http://schemas.microsoft.com/office/drawing/2014/main" id="{8A29A65E-C4D1-23EC-D512-29F2C16130F1}"/>
              </a:ext>
            </a:extLst>
          </p:cNvPr>
          <p:cNvSpPr txBox="1"/>
          <p:nvPr/>
        </p:nvSpPr>
        <p:spPr>
          <a:xfrm>
            <a:off x="909320" y="35306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200" dirty="0">
                <a:solidFill>
                  <a:srgbClr val="FFFFFF"/>
                </a:solidFill>
                <a:latin typeface="Corbel" panose="020B0503020204020204" pitchFamily="34" charset="0"/>
              </a:rPr>
              <a:t>Cryptographic Evaluation</a:t>
            </a:r>
          </a:p>
        </p:txBody>
      </p:sp>
      <p:sp>
        <p:nvSpPr>
          <p:cNvPr id="31" name="S8_CryptoBullets">
            <a:extLst>
              <a:ext uri="{FF2B5EF4-FFF2-40B4-BE49-F238E27FC236}">
                <a16:creationId xmlns:a16="http://schemas.microsoft.com/office/drawing/2014/main" id="{18A88840-FFC9-2B6A-957E-290BEAB52886}"/>
              </a:ext>
            </a:extLst>
          </p:cNvPr>
          <p:cNvSpPr txBox="1"/>
          <p:nvPr/>
        </p:nvSpPr>
        <p:spPr>
          <a:xfrm>
            <a:off x="1066800" y="4064000"/>
            <a:ext cx="4953000" cy="193899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GB" sz="1580" dirty="0">
                <a:solidFill>
                  <a:srgbClr val="E2ECF8"/>
                </a:solidFill>
                <a:latin typeface="Corbel" panose="020B0503020204020204" pitchFamily="34" charset="0"/>
              </a:rPr>
              <a:t>10 saved runs; 30 internal tests each.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GB" sz="1580" dirty="0">
                <a:solidFill>
                  <a:srgbClr val="E2ECF8"/>
                </a:solidFill>
                <a:latin typeface="Corbel" panose="020B0503020204020204" pitchFamily="34" charset="0"/>
              </a:rPr>
              <a:t>SHA-256 hashing compared with ML-DSA-44 key generation, signing and verification.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GB" sz="1580" dirty="0">
                <a:solidFill>
                  <a:srgbClr val="E2ECF8"/>
                </a:solidFill>
                <a:latin typeface="Corbel" panose="020B0503020204020204" pitchFamily="34" charset="0"/>
              </a:rPr>
              <a:t>Time, storage and changed-data detection were measured.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GB" sz="1580" dirty="0">
                <a:solidFill>
                  <a:srgbClr val="E2ECF8"/>
                </a:solidFill>
                <a:latin typeface="Corbel" panose="020B0503020204020204" pitchFamily="34" charset="0"/>
              </a:rPr>
              <a:t>ML-DSA-44 remained separate from the live audit chain.</a:t>
            </a:r>
          </a:p>
        </p:txBody>
      </p:sp>
      <p:pic>
        <p:nvPicPr>
          <p:cNvPr id="33" name="S8_VerificationScreenshot">
            <a:extLst>
              <a:ext uri="{FF2B5EF4-FFF2-40B4-BE49-F238E27FC236}">
                <a16:creationId xmlns:a16="http://schemas.microsoft.com/office/drawing/2014/main" id="{E3A40DA0-F6AB-05AE-0A56-60330C5A2AF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7180" y="1125220"/>
            <a:ext cx="4631690" cy="2604770"/>
          </a:xfrm>
          <a:prstGeom prst="rect">
            <a:avLst/>
          </a:prstGeom>
        </p:spPr>
      </p:pic>
      <p:sp>
        <p:nvSpPr>
          <p:cNvPr id="34" name="S8_Caption">
            <a:extLst>
              <a:ext uri="{FF2B5EF4-FFF2-40B4-BE49-F238E27FC236}">
                <a16:creationId xmlns:a16="http://schemas.microsoft.com/office/drawing/2014/main" id="{7660DC32-2D7B-EA64-714F-77D573AC08ED}"/>
              </a:ext>
            </a:extLst>
          </p:cNvPr>
          <p:cNvSpPr txBox="1"/>
          <p:nvPr/>
        </p:nvSpPr>
        <p:spPr>
          <a:xfrm>
            <a:off x="6647180" y="3810000"/>
            <a:ext cx="463169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1250">
                <a:solidFill>
                  <a:srgbClr val="E2ECF8"/>
                </a:solidFill>
                <a:latin typeface="Corbel" panose="020B0503020204020204" pitchFamily="34" charset="0"/>
              </a:rPr>
              <a:t>Successful verification of the live SHA-256 audit chain</a:t>
            </a:r>
          </a:p>
        </p:txBody>
      </p:sp>
      <p:sp>
        <p:nvSpPr>
          <p:cNvPr id="35" name="S8_OutcomesHeading">
            <a:extLst>
              <a:ext uri="{FF2B5EF4-FFF2-40B4-BE49-F238E27FC236}">
                <a16:creationId xmlns:a16="http://schemas.microsoft.com/office/drawing/2014/main" id="{4E0BCCE3-D9BF-2169-9F0C-EE2D78DA6880}"/>
              </a:ext>
            </a:extLst>
          </p:cNvPr>
          <p:cNvSpPr txBox="1"/>
          <p:nvPr/>
        </p:nvSpPr>
        <p:spPr>
          <a:xfrm>
            <a:off x="6647180" y="4445000"/>
            <a:ext cx="463169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200" dirty="0">
                <a:solidFill>
                  <a:srgbClr val="FFFFFF"/>
                </a:solidFill>
                <a:latin typeface="Corbel" panose="020B0503020204020204" pitchFamily="34" charset="0"/>
              </a:rPr>
              <a:t>Test Outcomes</a:t>
            </a:r>
          </a:p>
        </p:txBody>
      </p:sp>
      <p:sp>
        <p:nvSpPr>
          <p:cNvPr id="36" name="S8_OutcomeBullets">
            <a:extLst>
              <a:ext uri="{FF2B5EF4-FFF2-40B4-BE49-F238E27FC236}">
                <a16:creationId xmlns:a16="http://schemas.microsoft.com/office/drawing/2014/main" id="{47EB4A21-8CFC-D4E8-1712-7B5AC190CD85}"/>
              </a:ext>
            </a:extLst>
          </p:cNvPr>
          <p:cNvSpPr txBox="1"/>
          <p:nvPr/>
        </p:nvSpPr>
        <p:spPr>
          <a:xfrm>
            <a:off x="6807200" y="4978400"/>
            <a:ext cx="44704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1630" dirty="0">
                <a:solidFill>
                  <a:srgbClr val="E2ECF8"/>
                </a:solidFill>
                <a:latin typeface="Corbel" panose="020B0503020204020204" pitchFamily="34" charset="0"/>
              </a:rPr>
              <a:t>10/10 manual security tests passed.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1630" dirty="0">
                <a:solidFill>
                  <a:srgbClr val="E2ECF8"/>
                </a:solidFill>
                <a:latin typeface="Corbel" panose="020B0503020204020204" pitchFamily="34" charset="0"/>
              </a:rPr>
              <a:t>Live audit chain: 'Verification Passed’.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1630" dirty="0">
                <a:solidFill>
                  <a:srgbClr val="E2ECF8"/>
                </a:solidFill>
                <a:latin typeface="Corbel" panose="020B0503020204020204" pitchFamily="34" charset="0"/>
              </a:rPr>
              <a:t>Both techniques detected changed data in 10/10 saved runs.</a:t>
            </a:r>
          </a:p>
        </p:txBody>
      </p:sp>
    </p:spTree>
    <p:extLst>
      <p:ext uri="{BB962C8B-B14F-4D97-AF65-F5344CB8AC3E}">
        <p14:creationId xmlns:p14="http://schemas.microsoft.com/office/powerpoint/2010/main" val="2839879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9_Title">
            <a:extLst>
              <a:ext uri="{FF2B5EF4-FFF2-40B4-BE49-F238E27FC236}">
                <a16:creationId xmlns:a16="http://schemas.microsoft.com/office/drawing/2014/main" id="{1B85F1D4-36CE-46B4-79A3-2CDC8781E033}"/>
              </a:ext>
            </a:extLst>
          </p:cNvPr>
          <p:cNvSpPr txBox="1"/>
          <p:nvPr/>
        </p:nvSpPr>
        <p:spPr>
          <a:xfrm>
            <a:off x="1504950" y="210820"/>
            <a:ext cx="914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3200" b="1">
                <a:solidFill>
                  <a:srgbClr val="FFFFFF"/>
                </a:solidFill>
                <a:latin typeface="Georgia" panose="02040502050405020303" pitchFamily="18" charset="0"/>
              </a:rPr>
              <a:t>Results and Critical Discussion</a:t>
            </a:r>
          </a:p>
        </p:txBody>
      </p:sp>
      <p:pic>
        <p:nvPicPr>
          <p:cNvPr id="7" name="S9_TimingGraph">
            <a:extLst>
              <a:ext uri="{FF2B5EF4-FFF2-40B4-BE49-F238E27FC236}">
                <a16:creationId xmlns:a16="http://schemas.microsoft.com/office/drawing/2014/main" id="{85DAFB22-AF0C-F021-FB31-64A7A2D5624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" y="1003300"/>
            <a:ext cx="5372100" cy="2686050"/>
          </a:xfrm>
          <a:prstGeom prst="rect">
            <a:avLst/>
          </a:prstGeom>
        </p:spPr>
      </p:pic>
      <p:pic>
        <p:nvPicPr>
          <p:cNvPr id="9" name="S9_StorageGraph">
            <a:extLst>
              <a:ext uri="{FF2B5EF4-FFF2-40B4-BE49-F238E27FC236}">
                <a16:creationId xmlns:a16="http://schemas.microsoft.com/office/drawing/2014/main" id="{FA6551A9-BCF2-2CD9-BC69-963AA6416F5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0" y="1003300"/>
            <a:ext cx="5372100" cy="3018790"/>
          </a:xfrm>
          <a:prstGeom prst="rect">
            <a:avLst/>
          </a:prstGeom>
        </p:spPr>
      </p:pic>
      <p:sp>
        <p:nvSpPr>
          <p:cNvPr id="10" name="S9_TimingCaption">
            <a:extLst>
              <a:ext uri="{FF2B5EF4-FFF2-40B4-BE49-F238E27FC236}">
                <a16:creationId xmlns:a16="http://schemas.microsoft.com/office/drawing/2014/main" id="{DD835FBB-C4EB-AD84-570A-AB9D5C19C0E4}"/>
              </a:ext>
            </a:extLst>
          </p:cNvPr>
          <p:cNvSpPr txBox="1"/>
          <p:nvPr/>
        </p:nvSpPr>
        <p:spPr>
          <a:xfrm>
            <a:off x="596900" y="3746500"/>
            <a:ext cx="5372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1150">
                <a:solidFill>
                  <a:srgbClr val="E2ECF8"/>
                </a:solidFill>
                <a:latin typeface="Corbel" panose="020B0503020204020204" pitchFamily="34" charset="0"/>
              </a:rPr>
              <a:t>Average SHA-256 and ML-DSA-44 operation times</a:t>
            </a:r>
          </a:p>
        </p:txBody>
      </p:sp>
      <p:sp>
        <p:nvSpPr>
          <p:cNvPr id="11" name="S9_StorageCaption">
            <a:extLst>
              <a:ext uri="{FF2B5EF4-FFF2-40B4-BE49-F238E27FC236}">
                <a16:creationId xmlns:a16="http://schemas.microsoft.com/office/drawing/2014/main" id="{4DA12B9D-E7EF-BCB5-3830-39370C653C3F}"/>
              </a:ext>
            </a:extLst>
          </p:cNvPr>
          <p:cNvSpPr txBox="1"/>
          <p:nvPr/>
        </p:nvSpPr>
        <p:spPr>
          <a:xfrm>
            <a:off x="6223000" y="4064000"/>
            <a:ext cx="5372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1150">
                <a:solidFill>
                  <a:srgbClr val="E2ECF8"/>
                </a:solidFill>
                <a:latin typeface="Corbel" panose="020B0503020204020204" pitchFamily="34" charset="0"/>
              </a:rPr>
              <a:t>SHA-256 digest and ML-DSA-44 key and signature sizes</a:t>
            </a:r>
          </a:p>
        </p:txBody>
      </p:sp>
      <p:sp>
        <p:nvSpPr>
          <p:cNvPr id="12" name="S9_InterpretationHeading">
            <a:extLst>
              <a:ext uri="{FF2B5EF4-FFF2-40B4-BE49-F238E27FC236}">
                <a16:creationId xmlns:a16="http://schemas.microsoft.com/office/drawing/2014/main" id="{1B815E03-361A-C831-6464-634D83682DF2}"/>
              </a:ext>
            </a:extLst>
          </p:cNvPr>
          <p:cNvSpPr txBox="1"/>
          <p:nvPr/>
        </p:nvSpPr>
        <p:spPr>
          <a:xfrm>
            <a:off x="914400" y="44323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200">
                <a:solidFill>
                  <a:srgbClr val="FFFFFF"/>
                </a:solidFill>
                <a:latin typeface="Corbel" panose="020B0503020204020204" pitchFamily="34" charset="0"/>
              </a:rPr>
              <a:t>Critical Interpretation</a:t>
            </a:r>
          </a:p>
        </p:txBody>
      </p:sp>
      <p:sp>
        <p:nvSpPr>
          <p:cNvPr id="13" name="S9_Interpretation">
            <a:extLst>
              <a:ext uri="{FF2B5EF4-FFF2-40B4-BE49-F238E27FC236}">
                <a16:creationId xmlns:a16="http://schemas.microsoft.com/office/drawing/2014/main" id="{8C78478C-2178-7E78-77C5-CDF3076C9BE2}"/>
              </a:ext>
            </a:extLst>
          </p:cNvPr>
          <p:cNvSpPr txBox="1"/>
          <p:nvPr/>
        </p:nvSpPr>
        <p:spPr>
          <a:xfrm>
            <a:off x="1092200" y="4940300"/>
            <a:ext cx="10248900" cy="166199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GB" sz="1650">
                <a:solidFill>
                  <a:srgbClr val="53C3EB"/>
                </a:solidFill>
                <a:latin typeface="Corbel" panose="020B0503020204020204" pitchFamily="34" charset="0"/>
              </a:rPr>
              <a:t>•</a:t>
            </a:r>
            <a:r>
              <a:rPr lang="en-GB" sz="1650">
                <a:solidFill>
                  <a:srgbClr val="E2ECF8"/>
                </a:solidFill>
                <a:latin typeface="Corbel" panose="020B0503020204020204" pitchFamily="34" charset="0"/>
              </a:rPr>
              <a:t>  SHA-256 averaged 1.724 microseconds and produced a 32-byte digest, supporting efficient live audit chaining.</a:t>
            </a:r>
          </a:p>
          <a:p>
            <a:pPr>
              <a:spcAft>
                <a:spcPts val="800"/>
              </a:spcAft>
            </a:pPr>
            <a:r>
              <a:rPr lang="en-GB" sz="1650">
                <a:solidFill>
                  <a:srgbClr val="E2ECF8"/>
                </a:solidFill>
                <a:latin typeface="Corbel" panose="020B0503020204020204" pitchFamily="34" charset="0"/>
              </a:rPr>
              <a:t>•  ML-DSA-44 signing was slowest at 84.711 ms; its keys and signatures introduced substantially greater overhead.</a:t>
            </a:r>
          </a:p>
          <a:p>
            <a:pPr>
              <a:spcAft>
                <a:spcPts val="800"/>
              </a:spcAft>
            </a:pPr>
            <a:r>
              <a:rPr lang="en-GB" sz="1650">
                <a:solidFill>
                  <a:srgbClr val="E2ECF8"/>
                </a:solidFill>
                <a:latin typeface="Corbel" panose="020B0503020204020204" pitchFamily="34" charset="0"/>
              </a:rPr>
              <a:t>•  Both detected changed data in 10/10 saved runs, but ML-DSA adds post-quantum authenticity: the mechanisms are complementary, not interchangeable.</a:t>
            </a:r>
          </a:p>
        </p:txBody>
      </p:sp>
      <p:sp>
        <p:nvSpPr>
          <p:cNvPr id="14" name="S9_ErrorBarNote">
            <a:extLst>
              <a:ext uri="{FF2B5EF4-FFF2-40B4-BE49-F238E27FC236}">
                <a16:creationId xmlns:a16="http://schemas.microsoft.com/office/drawing/2014/main" id="{846FFDE0-C061-B1F3-9EF5-2532908C8D49}"/>
              </a:ext>
            </a:extLst>
          </p:cNvPr>
          <p:cNvSpPr txBox="1"/>
          <p:nvPr/>
        </p:nvSpPr>
        <p:spPr>
          <a:xfrm>
            <a:off x="914400" y="64643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endParaRPr lang="en-GB" sz="1080" dirty="0">
              <a:solidFill>
                <a:srgbClr val="BCCFE3"/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154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10_Title">
            <a:extLst>
              <a:ext uri="{FF2B5EF4-FFF2-40B4-BE49-F238E27FC236}">
                <a16:creationId xmlns:a16="http://schemas.microsoft.com/office/drawing/2014/main" id="{6DC295FB-61C5-938E-CC05-2C97310D2335}"/>
              </a:ext>
            </a:extLst>
          </p:cNvPr>
          <p:cNvSpPr txBox="1"/>
          <p:nvPr/>
        </p:nvSpPr>
        <p:spPr>
          <a:xfrm>
            <a:off x="1504950" y="210820"/>
            <a:ext cx="914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GB" sz="3200" b="1">
                <a:solidFill>
                  <a:srgbClr val="FFFFFF"/>
                </a:solidFill>
                <a:latin typeface="Georgia" panose="02040502050405020303" pitchFamily="18" charset="0"/>
              </a:rPr>
              <a:t>Conclusion and Future Work</a:t>
            </a:r>
          </a:p>
        </p:txBody>
      </p:sp>
      <p:sp>
        <p:nvSpPr>
          <p:cNvPr id="28" name="S10_ConclusionHeading">
            <a:extLst>
              <a:ext uri="{FF2B5EF4-FFF2-40B4-BE49-F238E27FC236}">
                <a16:creationId xmlns:a16="http://schemas.microsoft.com/office/drawing/2014/main" id="{CCB120A3-34D1-BDB9-1734-081D5F434920}"/>
              </a:ext>
            </a:extLst>
          </p:cNvPr>
          <p:cNvSpPr txBox="1"/>
          <p:nvPr/>
        </p:nvSpPr>
        <p:spPr>
          <a:xfrm>
            <a:off x="1168400" y="1092200"/>
            <a:ext cx="990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400" b="1" dirty="0">
                <a:solidFill>
                  <a:srgbClr val="FFFFFF"/>
                </a:solidFill>
                <a:latin typeface="Corbel" panose="020B0503020204020204" pitchFamily="34" charset="0"/>
              </a:rPr>
              <a:t>Conclusion</a:t>
            </a:r>
          </a:p>
        </p:txBody>
      </p:sp>
      <p:sp>
        <p:nvSpPr>
          <p:cNvPr id="29" name="S10_ConclusionText">
            <a:extLst>
              <a:ext uri="{FF2B5EF4-FFF2-40B4-BE49-F238E27FC236}">
                <a16:creationId xmlns:a16="http://schemas.microsoft.com/office/drawing/2014/main" id="{E6E1108D-219B-C717-C89B-2CF2D008F81B}"/>
              </a:ext>
            </a:extLst>
          </p:cNvPr>
          <p:cNvSpPr txBox="1"/>
          <p:nvPr/>
        </p:nvSpPr>
        <p:spPr>
          <a:xfrm>
            <a:off x="1371600" y="1676400"/>
            <a:ext cx="96520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GB" sz="1720" dirty="0">
                <a:solidFill>
                  <a:srgbClr val="53C3EB"/>
                </a:solidFill>
                <a:latin typeface="Corbel" panose="020B0503020204020204" pitchFamily="34" charset="0"/>
              </a:rPr>
              <a:t>•</a:t>
            </a:r>
            <a:r>
              <a:rPr lang="en-GB" sz="1720" dirty="0">
                <a:solidFill>
                  <a:srgbClr val="E2ECF8"/>
                </a:solidFill>
                <a:latin typeface="Corbel" panose="020B0503020204020204" pitchFamily="34" charset="0"/>
              </a:rPr>
              <a:t>  Five-role access control, patient ownership and clinician-assignment checks enforced patient-specific access.</a:t>
            </a:r>
          </a:p>
          <a:p>
            <a:pPr>
              <a:spcAft>
                <a:spcPts val="500"/>
              </a:spcAft>
            </a:pPr>
            <a:r>
              <a:rPr lang="en-GB" sz="1720" dirty="0">
                <a:solidFill>
                  <a:srgbClr val="53C3EB"/>
                </a:solidFill>
                <a:latin typeface="Corbel" panose="020B0503020204020204" pitchFamily="34" charset="0"/>
              </a:rPr>
              <a:t>•</a:t>
            </a:r>
            <a:r>
              <a:rPr lang="en-GB" sz="1720" dirty="0">
                <a:solidFill>
                  <a:srgbClr val="E2ECF8"/>
                </a:solidFill>
                <a:latin typeface="Corbel" panose="020B0503020204020204" pitchFamily="34" charset="0"/>
              </a:rPr>
              <a:t>  Structured audit logging and SHA-256 chaining enabled historical changes to be detected.</a:t>
            </a:r>
          </a:p>
          <a:p>
            <a:pPr>
              <a:spcAft>
                <a:spcPts val="500"/>
              </a:spcAft>
            </a:pPr>
            <a:r>
              <a:rPr lang="en-GB" sz="1720" dirty="0">
                <a:solidFill>
                  <a:srgbClr val="53C3EB"/>
                </a:solidFill>
                <a:latin typeface="Corbel" panose="020B0503020204020204" pitchFamily="34" charset="0"/>
              </a:rPr>
              <a:t>•</a:t>
            </a:r>
            <a:r>
              <a:rPr lang="en-GB" sz="1720" dirty="0">
                <a:solidFill>
                  <a:srgbClr val="E2ECF8"/>
                </a:solidFill>
                <a:latin typeface="Corbel" panose="020B0503020204020204" pitchFamily="34" charset="0"/>
              </a:rPr>
              <a:t>  All ten manual tests passed, and both techniques detected changed data in all ten saved runs.</a:t>
            </a:r>
          </a:p>
        </p:txBody>
      </p:sp>
      <p:sp>
        <p:nvSpPr>
          <p:cNvPr id="30" name="S10_LimitationsHeading">
            <a:extLst>
              <a:ext uri="{FF2B5EF4-FFF2-40B4-BE49-F238E27FC236}">
                <a16:creationId xmlns:a16="http://schemas.microsoft.com/office/drawing/2014/main" id="{E17FB58C-53E6-14F5-9B95-AFBB5C1B7503}"/>
              </a:ext>
            </a:extLst>
          </p:cNvPr>
          <p:cNvSpPr txBox="1"/>
          <p:nvPr/>
        </p:nvSpPr>
        <p:spPr>
          <a:xfrm>
            <a:off x="1168400" y="3263900"/>
            <a:ext cx="990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400" b="1" dirty="0">
                <a:solidFill>
                  <a:srgbClr val="FFFFFF"/>
                </a:solidFill>
                <a:latin typeface="Corbel" panose="020B0503020204020204" pitchFamily="34" charset="0"/>
              </a:rPr>
              <a:t>Limitations</a:t>
            </a:r>
          </a:p>
        </p:txBody>
      </p:sp>
      <p:sp>
        <p:nvSpPr>
          <p:cNvPr id="31" name="S10_LimitationsText">
            <a:extLst>
              <a:ext uri="{FF2B5EF4-FFF2-40B4-BE49-F238E27FC236}">
                <a16:creationId xmlns:a16="http://schemas.microsoft.com/office/drawing/2014/main" id="{4D46F296-5738-E6B0-DAD9-85EBB5A871E4}"/>
              </a:ext>
            </a:extLst>
          </p:cNvPr>
          <p:cNvSpPr txBox="1"/>
          <p:nvPr/>
        </p:nvSpPr>
        <p:spPr>
          <a:xfrm>
            <a:off x="1371600" y="3848100"/>
            <a:ext cx="9652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GB" sz="1720" dirty="0">
                <a:solidFill>
                  <a:srgbClr val="53C3EB"/>
                </a:solidFill>
                <a:latin typeface="Corbel" panose="020B0503020204020204" pitchFamily="34" charset="0"/>
              </a:rPr>
              <a:t>•</a:t>
            </a:r>
            <a:r>
              <a:rPr lang="en-GB" sz="1720" dirty="0">
                <a:solidFill>
                  <a:srgbClr val="E2ECF8"/>
                </a:solidFill>
                <a:latin typeface="Corbel" panose="020B0503020204020204" pitchFamily="34" charset="0"/>
              </a:rPr>
              <a:t>  The system remained a local SQLite prototype using fictional data, a limited test population and no professional penetration testing.</a:t>
            </a:r>
          </a:p>
          <a:p>
            <a:pPr>
              <a:spcAft>
                <a:spcPts val="500"/>
              </a:spcAft>
            </a:pPr>
            <a:r>
              <a:rPr lang="en-GB" sz="1720" dirty="0">
                <a:solidFill>
                  <a:srgbClr val="53C3EB"/>
                </a:solidFill>
                <a:latin typeface="Corbel" panose="020B0503020204020204" pitchFamily="34" charset="0"/>
              </a:rPr>
              <a:t>•</a:t>
            </a:r>
            <a:r>
              <a:rPr lang="en-GB" sz="1720" dirty="0">
                <a:solidFill>
                  <a:srgbClr val="E2ECF8"/>
                </a:solidFill>
                <a:latin typeface="Corbel" panose="020B0503020204020204" pitchFamily="34" charset="0"/>
              </a:rPr>
              <a:t>  ML-DSA-44 remained a separate experiment and was not integrated into the live audit entries.</a:t>
            </a:r>
          </a:p>
        </p:txBody>
      </p:sp>
      <p:sp>
        <p:nvSpPr>
          <p:cNvPr id="32" name="S10_FutureHeading">
            <a:extLst>
              <a:ext uri="{FF2B5EF4-FFF2-40B4-BE49-F238E27FC236}">
                <a16:creationId xmlns:a16="http://schemas.microsoft.com/office/drawing/2014/main" id="{A6F494C7-E419-9322-2D30-07CC96812B81}"/>
              </a:ext>
            </a:extLst>
          </p:cNvPr>
          <p:cNvSpPr txBox="1"/>
          <p:nvPr/>
        </p:nvSpPr>
        <p:spPr>
          <a:xfrm>
            <a:off x="1168400" y="5054600"/>
            <a:ext cx="990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2400" b="1" dirty="0">
                <a:solidFill>
                  <a:srgbClr val="FFFFFF"/>
                </a:solidFill>
                <a:latin typeface="Corbel" panose="020B0503020204020204" pitchFamily="34" charset="0"/>
              </a:rPr>
              <a:t>Future Work</a:t>
            </a:r>
          </a:p>
        </p:txBody>
      </p:sp>
      <p:sp>
        <p:nvSpPr>
          <p:cNvPr id="33" name="S10_FutureText">
            <a:extLst>
              <a:ext uri="{FF2B5EF4-FFF2-40B4-BE49-F238E27FC236}">
                <a16:creationId xmlns:a16="http://schemas.microsoft.com/office/drawing/2014/main" id="{49AA7C8F-CA29-A06D-20DF-370F81E0C0F4}"/>
              </a:ext>
            </a:extLst>
          </p:cNvPr>
          <p:cNvSpPr txBox="1"/>
          <p:nvPr/>
        </p:nvSpPr>
        <p:spPr>
          <a:xfrm>
            <a:off x="1371600" y="5638800"/>
            <a:ext cx="9652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GB" sz="1720">
                <a:solidFill>
                  <a:srgbClr val="53C3EB"/>
                </a:solidFill>
                <a:latin typeface="Corbel" panose="020B0503020204020204" pitchFamily="34" charset="0"/>
              </a:rPr>
              <a:t>•</a:t>
            </a:r>
            <a:r>
              <a:rPr lang="en-GB" sz="1720">
                <a:solidFill>
                  <a:srgbClr val="E2ECF8"/>
                </a:solidFill>
                <a:latin typeface="Corbel" panose="020B0503020204020204" pitchFamily="34" charset="0"/>
              </a:rPr>
              <a:t>  Add automated and adversarial testing, CSRF protection, MFA, TLS, rate limiting and stronger deployment controls.</a:t>
            </a:r>
          </a:p>
          <a:p>
            <a:pPr>
              <a:spcAft>
                <a:spcPts val="500"/>
              </a:spcAft>
            </a:pPr>
            <a:r>
              <a:rPr lang="en-GB" sz="1720">
                <a:solidFill>
                  <a:srgbClr val="53C3EB"/>
                </a:solidFill>
                <a:latin typeface="Corbel" panose="020B0503020204020204" pitchFamily="34" charset="0"/>
              </a:rPr>
              <a:t>•</a:t>
            </a:r>
            <a:r>
              <a:rPr lang="en-GB" sz="1720">
                <a:solidFill>
                  <a:srgbClr val="E2ECF8"/>
                </a:solidFill>
                <a:latin typeface="Corbel" panose="020B0503020204020204" pitchFamily="34" charset="0"/>
              </a:rPr>
              <a:t>  Introduce secure key management and evaluate ML-DSA signatures at selected audit checkpoints.</a:t>
            </a:r>
          </a:p>
        </p:txBody>
      </p:sp>
    </p:spTree>
    <p:extLst>
      <p:ext uri="{BB962C8B-B14F-4D97-AF65-F5344CB8AC3E}">
        <p14:creationId xmlns:p14="http://schemas.microsoft.com/office/powerpoint/2010/main" val="1701478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3AD64-E50B-8AC4-A0E5-F1D2ED81E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1" y="4077072"/>
            <a:ext cx="9144001" cy="1371600"/>
          </a:xfrm>
        </p:spPr>
        <p:txBody>
          <a:bodyPr>
            <a:normAutofit/>
          </a:bodyPr>
          <a:lstStyle/>
          <a:p>
            <a:pPr algn="r"/>
            <a:r>
              <a:rPr lang="en-GB" sz="4400" b="1" dirty="0">
                <a:latin typeface="Cambria" panose="02040503050406030204" pitchFamily="18" charset="0"/>
                <a:ea typeface="Cambria" panose="020405030504060302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49931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Digital Blue Tunnel 16x9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895261.potx" id="{4CBF9558-C12D-4F51-9AA3-9D0796951DBC}" vid="{FFC159E6-A134-46E7-B1A0-C306E39FC295}"/>
    </a:ext>
  </a:extLst>
</a:theme>
</file>

<file path=ppt/theme/theme2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digital blue tunnel presentation (widescreen)</Template>
  <TotalTime>469</TotalTime>
  <Words>1017</Words>
  <Application>Microsoft Office PowerPoint</Application>
  <PresentationFormat>Custom</PresentationFormat>
  <Paragraphs>134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Cambria</vt:lpstr>
      <vt:lpstr>Corbel</vt:lpstr>
      <vt:lpstr>Georgia</vt:lpstr>
      <vt:lpstr>Digital Blue Tunnel 16x9</vt:lpstr>
      <vt:lpstr> Design and Evaluation of a Secure Web-Based Access Control and Tamper-Evident Audit Logging Framework for Simulated Electronic Health Records</vt:lpstr>
      <vt:lpstr>Research Problem, Aim and Objectives</vt:lpstr>
      <vt:lpstr>Literature Review and Identified Gap</vt:lpstr>
      <vt:lpstr>Main Project Contribution</vt:lpstr>
      <vt:lpstr>Methodology: Prototype Development and Evaluation</vt:lpstr>
      <vt:lpstr>System Architecture and Design</vt:lpstr>
      <vt:lpstr>Prototype Implementation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Ruth Sara</dc:creator>
  <cp:lastModifiedBy>Ruth Sara Shajan</cp:lastModifiedBy>
  <cp:revision>1</cp:revision>
  <dcterms:created xsi:type="dcterms:W3CDTF">2026-08-20T18:29:58Z</dcterms:created>
  <dcterms:modified xsi:type="dcterms:W3CDTF">2026-08-21T02:19:49Z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